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slideLayouts/slideLayout2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834" r:id="rId1"/>
    <p:sldMasterId id="2147483841" r:id="rId2"/>
    <p:sldMasterId id="2147483884" r:id="rId3"/>
  </p:sldMasterIdLst>
  <p:notesMasterIdLst>
    <p:notesMasterId r:id="rId6"/>
  </p:notesMasterIdLst>
  <p:handoutMasterIdLst>
    <p:handoutMasterId r:id="rId7"/>
  </p:handoutMasterIdLst>
  <p:sldIdLst>
    <p:sldId id="342" r:id="rId4"/>
    <p:sldId id="343" r:id="rId5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A1499B"/>
    <a:srgbClr val="A94DA2"/>
    <a:srgbClr val="B050A9"/>
    <a:srgbClr val="DDDDDD"/>
    <a:srgbClr val="B1B1B0"/>
    <a:srgbClr val="009DE0"/>
    <a:srgbClr val="646363"/>
    <a:srgbClr val="FFFFFF"/>
    <a:srgbClr val="17568C"/>
    <a:srgbClr val="F0F0F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063" autoAdjust="0"/>
    <p:restoredTop sz="94660"/>
  </p:normalViewPr>
  <p:slideViewPr>
    <p:cSldViewPr snapToGrid="0">
      <p:cViewPr varScale="1">
        <p:scale>
          <a:sx n="161" d="100"/>
          <a:sy n="161" d="100"/>
        </p:scale>
        <p:origin x="308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121" d="100"/>
          <a:sy n="121" d="100"/>
        </p:scale>
        <p:origin x="4092" y="9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Master" Target="slideMasters/slideMaster3.xml"/><Relationship Id="rId7" Type="http://schemas.openxmlformats.org/officeDocument/2006/relationships/handoutMaster" Target="handoutMasters/handoutMaster1.xml"/><Relationship Id="rId2" Type="http://schemas.openxmlformats.org/officeDocument/2006/relationships/slideMaster" Target="slideMasters/slideMaster2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11" Type="http://schemas.openxmlformats.org/officeDocument/2006/relationships/tableStyles" Target="tableStyles.xml"/><Relationship Id="rId5" Type="http://schemas.openxmlformats.org/officeDocument/2006/relationships/slide" Target="slides/slide2.xml"/><Relationship Id="rId10" Type="http://schemas.openxmlformats.org/officeDocument/2006/relationships/theme" Target="theme/theme1.xml"/><Relationship Id="rId4" Type="http://schemas.openxmlformats.org/officeDocument/2006/relationships/slide" Target="slides/slide1.xml"/><Relationship Id="rId9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>
            <a:extLst>
              <a:ext uri="{FF2B5EF4-FFF2-40B4-BE49-F238E27FC236}">
                <a16:creationId xmlns:a16="http://schemas.microsoft.com/office/drawing/2014/main" id="{11E9AC52-11DE-E92E-E959-24FF31B142F1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592C77F3-FC7E-B69D-9334-1745FB59E2BF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2407F55-A486-4122-81A9-6500C613915E}" type="datetimeFigureOut">
              <a:rPr lang="de-DE" smtClean="0"/>
              <a:t>23.10.2025</a:t>
            </a:fld>
            <a:endParaRPr lang="de-DE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B061C2DF-1ABC-2D48-C430-FE08A0DA0372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6355D05B-07C9-3B65-1784-3E2E16065234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8621FEC-FA41-4DC9-ABC8-C1065B9ABEB8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037529884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3" name="Datumsplatzhalt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A3D5114-725C-464E-8A77-EC8CAA779443}" type="datetimeFigureOut">
              <a:rPr lang="de-DE" smtClean="0"/>
              <a:t>23.10.2025</a:t>
            </a:fld>
            <a:endParaRPr lang="de-DE"/>
          </a:p>
        </p:txBody>
      </p:sp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de-DE"/>
          </a:p>
        </p:txBody>
      </p:sp>
      <p:sp>
        <p:nvSpPr>
          <p:cNvPr id="5" name="Notizenplatzhalt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27C054E-33A6-4F16-8D2A-5E50FFBDD964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148224557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olien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el 1">
            <a:extLst>
              <a:ext uri="{FF2B5EF4-FFF2-40B4-BE49-F238E27FC236}">
                <a16:creationId xmlns:a16="http://schemas.microsoft.com/office/drawing/2014/main" id="{3BDEC911-B0AC-B1FD-E47C-6EE9E431EBB3}"/>
              </a:ext>
            </a:extLst>
          </p:cNvPr>
          <p:cNvSpPr>
            <a:spLocks noGrp="1" noChangeAspect="1"/>
          </p:cNvSpPr>
          <p:nvPr>
            <p:ph type="ctrTitle" hasCustomPrompt="1"/>
          </p:nvPr>
        </p:nvSpPr>
        <p:spPr>
          <a:xfrm>
            <a:off x="0" y="327091"/>
            <a:ext cx="7251700" cy="551883"/>
          </a:xfrm>
          <a:prstGeom prst="rect">
            <a:avLst/>
          </a:prstGeom>
          <a:noFill/>
        </p:spPr>
        <p:txBody>
          <a:bodyPr lIns="360000" anchor="ctr" anchorCtr="0">
            <a:noAutofit/>
          </a:bodyPr>
          <a:lstStyle>
            <a:lvl1pPr algn="l">
              <a:defRPr sz="2000">
                <a:solidFill>
                  <a:schemeClr val="bg1"/>
                </a:solidFill>
                <a:latin typeface="+mj-lt"/>
                <a:ea typeface="Lato Semibold" panose="020F0502020204030203" pitchFamily="34" charset="0"/>
                <a:cs typeface="Lato Semibold" panose="020F0502020204030203" pitchFamily="34" charset="0"/>
              </a:defRPr>
            </a:lvl1pPr>
          </a:lstStyle>
          <a:p>
            <a:r>
              <a:rPr lang="de-DE" dirty="0"/>
              <a:t>Folientitel</a:t>
            </a:r>
          </a:p>
        </p:txBody>
      </p:sp>
      <p:sp>
        <p:nvSpPr>
          <p:cNvPr id="10" name="Fußzeilenplatzhalter 2">
            <a:extLst>
              <a:ext uri="{FF2B5EF4-FFF2-40B4-BE49-F238E27FC236}">
                <a16:creationId xmlns:a16="http://schemas.microsoft.com/office/drawing/2014/main" id="{D4AFD9BC-5AC7-1133-4966-89E7B4DD22A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15617" y="6173787"/>
            <a:ext cx="2827132" cy="365125"/>
          </a:xfrm>
          <a:prstGeom prst="rect">
            <a:avLst/>
          </a:prstGeom>
        </p:spPr>
        <p:txBody>
          <a:bodyPr anchor="b"/>
          <a:lstStyle>
            <a:lvl1pPr algn="l">
              <a:defRPr sz="1000">
                <a:solidFill>
                  <a:srgbClr val="646363"/>
                </a:solidFill>
              </a:defRPr>
            </a:lvl1pPr>
          </a:lstStyle>
          <a:p>
            <a:r>
              <a:rPr lang="de-DE" dirty="0"/>
              <a:t>Integrierte BSS/OSS Plattform</a:t>
            </a:r>
          </a:p>
        </p:txBody>
      </p:sp>
      <p:sp>
        <p:nvSpPr>
          <p:cNvPr id="11" name="Foliennummernplatzhalter 3">
            <a:extLst>
              <a:ext uri="{FF2B5EF4-FFF2-40B4-BE49-F238E27FC236}">
                <a16:creationId xmlns:a16="http://schemas.microsoft.com/office/drawing/2014/main" id="{1B8060C1-9C26-FD68-B408-39F45D0CC00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278086" y="6173786"/>
            <a:ext cx="437531" cy="365125"/>
          </a:xfrm>
          <a:prstGeom prst="rect">
            <a:avLst/>
          </a:prstGeom>
        </p:spPr>
        <p:txBody>
          <a:bodyPr anchor="b"/>
          <a:lstStyle>
            <a:lvl1pPr>
              <a:defRPr sz="1000">
                <a:solidFill>
                  <a:srgbClr val="646363"/>
                </a:solidFill>
              </a:defRPr>
            </a:lvl1pPr>
          </a:lstStyle>
          <a:p>
            <a:fld id="{90E5972F-B532-41AD-AEDC-3C6EAF91B11A}" type="slidenum">
              <a:rPr lang="de-DE" smtClean="0"/>
              <a:pPr/>
              <a:t>‹Nr.›</a:t>
            </a:fld>
            <a:endParaRPr lang="de-DE" dirty="0"/>
          </a:p>
        </p:txBody>
      </p:sp>
      <p:sp>
        <p:nvSpPr>
          <p:cNvPr id="2" name="Inhaltsplatzhalter 2">
            <a:extLst>
              <a:ext uri="{FF2B5EF4-FFF2-40B4-BE49-F238E27FC236}">
                <a16:creationId xmlns:a16="http://schemas.microsoft.com/office/drawing/2014/main" id="{09277EB3-8CD7-6A2B-4AE0-125505CAFE5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1783" y="1104406"/>
            <a:ext cx="11871508" cy="4853130"/>
          </a:xfrm>
          <a:prstGeom prst="rect">
            <a:avLst/>
          </a:prstGeom>
        </p:spPr>
        <p:txBody>
          <a:bodyPr lIns="180000" tIns="180000" rIns="180000"/>
          <a:lstStyle>
            <a:lvl1pPr marL="0" indent="0" defTabSz="0">
              <a:lnSpc>
                <a:spcPct val="100000"/>
              </a:lnSpc>
              <a:spcBef>
                <a:spcPts val="0"/>
              </a:spcBef>
              <a:buNone/>
              <a:defRPr sz="2000">
                <a:solidFill>
                  <a:schemeClr val="tx1"/>
                </a:solidFill>
                <a:latin typeface="+mn-lt"/>
                <a:ea typeface="Lato" panose="020F0502020204030203" pitchFamily="34" charset="0"/>
                <a:cs typeface="Lato" panose="020F0502020204030203" pitchFamily="34" charset="0"/>
              </a:defRPr>
            </a:lvl1pPr>
            <a:lvl2pPr marL="0" indent="0" defTabSz="0">
              <a:lnSpc>
                <a:spcPct val="100000"/>
              </a:lnSpc>
              <a:spcBef>
                <a:spcPts val="0"/>
              </a:spcBef>
              <a:buNone/>
              <a:defRPr sz="2000">
                <a:solidFill>
                  <a:schemeClr val="tx1"/>
                </a:solidFill>
                <a:latin typeface="+mn-lt"/>
                <a:ea typeface="Lato" panose="020F0502020204030203" pitchFamily="34" charset="0"/>
                <a:cs typeface="Lato" panose="020F0502020204030203" pitchFamily="34" charset="0"/>
              </a:defRPr>
            </a:lvl2pPr>
            <a:lvl3pPr marL="0" indent="0" defTabSz="0">
              <a:lnSpc>
                <a:spcPct val="100000"/>
              </a:lnSpc>
              <a:spcBef>
                <a:spcPts val="0"/>
              </a:spcBef>
              <a:buNone/>
              <a:defRPr sz="2000">
                <a:solidFill>
                  <a:schemeClr val="tx1"/>
                </a:solidFill>
                <a:latin typeface="+mn-lt"/>
                <a:ea typeface="Lato" panose="020F0502020204030203" pitchFamily="34" charset="0"/>
                <a:cs typeface="Lato" panose="020F0502020204030203" pitchFamily="34" charset="0"/>
              </a:defRPr>
            </a:lvl3pPr>
            <a:lvl4pPr marL="0" indent="0" defTabSz="0">
              <a:lnSpc>
                <a:spcPct val="100000"/>
              </a:lnSpc>
              <a:spcBef>
                <a:spcPts val="0"/>
              </a:spcBef>
              <a:buNone/>
              <a:defRPr sz="2000">
                <a:solidFill>
                  <a:schemeClr val="tx1"/>
                </a:solidFill>
                <a:latin typeface="+mn-lt"/>
                <a:ea typeface="Lato" panose="020F0502020204030203" pitchFamily="34" charset="0"/>
                <a:cs typeface="Lato" panose="020F0502020204030203" pitchFamily="34" charset="0"/>
              </a:defRPr>
            </a:lvl4pPr>
            <a:lvl5pPr marL="0" indent="0" defTabSz="0">
              <a:lnSpc>
                <a:spcPct val="100000"/>
              </a:lnSpc>
              <a:spcBef>
                <a:spcPts val="0"/>
              </a:spcBef>
              <a:buNone/>
              <a:defRPr sz="2000">
                <a:solidFill>
                  <a:schemeClr val="tx1"/>
                </a:solidFill>
                <a:latin typeface="+mn-lt"/>
                <a:ea typeface="Lato" panose="020F0502020204030203" pitchFamily="34" charset="0"/>
                <a:cs typeface="Lato" panose="020F0502020204030203" pitchFamily="34" charset="0"/>
              </a:defRPr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e-DE" dirty="0"/>
              <a:t>Mastertextformat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299826134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olien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el 1">
            <a:extLst>
              <a:ext uri="{FF2B5EF4-FFF2-40B4-BE49-F238E27FC236}">
                <a16:creationId xmlns:a16="http://schemas.microsoft.com/office/drawing/2014/main" id="{3BDEC911-B0AC-B1FD-E47C-6EE9E431EBB3}"/>
              </a:ext>
            </a:extLst>
          </p:cNvPr>
          <p:cNvSpPr>
            <a:spLocks noGrp="1" noChangeAspect="1"/>
          </p:cNvSpPr>
          <p:nvPr>
            <p:ph type="ctrTitle" hasCustomPrompt="1"/>
          </p:nvPr>
        </p:nvSpPr>
        <p:spPr>
          <a:xfrm>
            <a:off x="0" y="327091"/>
            <a:ext cx="7251700" cy="551883"/>
          </a:xfrm>
          <a:prstGeom prst="rect">
            <a:avLst/>
          </a:prstGeom>
          <a:noFill/>
        </p:spPr>
        <p:txBody>
          <a:bodyPr lIns="360000" anchor="ctr" anchorCtr="0">
            <a:noAutofit/>
          </a:bodyPr>
          <a:lstStyle>
            <a:lvl1pPr algn="l">
              <a:defRPr sz="2000">
                <a:solidFill>
                  <a:schemeClr val="bg1"/>
                </a:solidFill>
                <a:latin typeface="+mj-lt"/>
                <a:ea typeface="Lato Semibold" panose="020F0502020204030203" pitchFamily="34" charset="0"/>
                <a:cs typeface="Lato Semibold" panose="020F0502020204030203" pitchFamily="34" charset="0"/>
              </a:defRPr>
            </a:lvl1pPr>
          </a:lstStyle>
          <a:p>
            <a:r>
              <a:rPr lang="de-DE" dirty="0"/>
              <a:t>Folientitel</a:t>
            </a:r>
          </a:p>
        </p:txBody>
      </p:sp>
      <p:sp>
        <p:nvSpPr>
          <p:cNvPr id="10" name="Fußzeilenplatzhalter 2">
            <a:extLst>
              <a:ext uri="{FF2B5EF4-FFF2-40B4-BE49-F238E27FC236}">
                <a16:creationId xmlns:a16="http://schemas.microsoft.com/office/drawing/2014/main" id="{D4AFD9BC-5AC7-1133-4966-89E7B4DD22A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15617" y="6173787"/>
            <a:ext cx="2827132" cy="365125"/>
          </a:xfrm>
          <a:prstGeom prst="rect">
            <a:avLst/>
          </a:prstGeom>
        </p:spPr>
        <p:txBody>
          <a:bodyPr anchor="b"/>
          <a:lstStyle>
            <a:lvl1pPr algn="l">
              <a:defRPr sz="1000">
                <a:solidFill>
                  <a:schemeClr val="bg1"/>
                </a:solidFill>
              </a:defRPr>
            </a:lvl1pPr>
          </a:lstStyle>
          <a:p>
            <a:r>
              <a:rPr lang="de-DE"/>
              <a:t>Integrierte BSS/OSS Plattform</a:t>
            </a:r>
            <a:endParaRPr lang="de-DE" dirty="0"/>
          </a:p>
        </p:txBody>
      </p:sp>
      <p:sp>
        <p:nvSpPr>
          <p:cNvPr id="11" name="Foliennummernplatzhalter 3">
            <a:extLst>
              <a:ext uri="{FF2B5EF4-FFF2-40B4-BE49-F238E27FC236}">
                <a16:creationId xmlns:a16="http://schemas.microsoft.com/office/drawing/2014/main" id="{1B8060C1-9C26-FD68-B408-39F45D0CC00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278086" y="6173786"/>
            <a:ext cx="437531" cy="365125"/>
          </a:xfrm>
          <a:prstGeom prst="rect">
            <a:avLst/>
          </a:prstGeom>
        </p:spPr>
        <p:txBody>
          <a:bodyPr anchor="b"/>
          <a:lstStyle>
            <a:lvl1pPr>
              <a:defRPr sz="1000">
                <a:solidFill>
                  <a:schemeClr val="bg1"/>
                </a:solidFill>
              </a:defRPr>
            </a:lvl1pPr>
          </a:lstStyle>
          <a:p>
            <a:fld id="{90E5972F-B532-41AD-AEDC-3C6EAF91B11A}" type="slidenum">
              <a:rPr lang="de-DE" smtClean="0"/>
              <a:pPr/>
              <a:t>‹Nr.›</a:t>
            </a:fld>
            <a:endParaRPr lang="de-DE" dirty="0"/>
          </a:p>
        </p:txBody>
      </p:sp>
      <p:sp>
        <p:nvSpPr>
          <p:cNvPr id="2" name="Inhaltsplatzhalter 2">
            <a:extLst>
              <a:ext uri="{FF2B5EF4-FFF2-40B4-BE49-F238E27FC236}">
                <a16:creationId xmlns:a16="http://schemas.microsoft.com/office/drawing/2014/main" id="{09277EB3-8CD7-6A2B-4AE0-125505CAFE5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1783" y="1104406"/>
            <a:ext cx="11871508" cy="4853130"/>
          </a:xfrm>
          <a:prstGeom prst="rect">
            <a:avLst/>
          </a:prstGeom>
        </p:spPr>
        <p:txBody>
          <a:bodyPr lIns="180000" tIns="180000" rIns="180000"/>
          <a:lstStyle>
            <a:lvl1pPr marL="0" indent="0" defTabSz="0">
              <a:lnSpc>
                <a:spcPct val="100000"/>
              </a:lnSpc>
              <a:spcBef>
                <a:spcPts val="0"/>
              </a:spcBef>
              <a:buNone/>
              <a:defRPr sz="2000">
                <a:solidFill>
                  <a:schemeClr val="bg1"/>
                </a:solidFill>
                <a:latin typeface="+mn-lt"/>
                <a:ea typeface="Lato" panose="020F0502020204030203" pitchFamily="34" charset="0"/>
                <a:cs typeface="Lato" panose="020F0502020204030203" pitchFamily="34" charset="0"/>
              </a:defRPr>
            </a:lvl1pPr>
            <a:lvl2pPr marL="0" indent="0" defTabSz="0">
              <a:lnSpc>
                <a:spcPct val="100000"/>
              </a:lnSpc>
              <a:spcBef>
                <a:spcPts val="0"/>
              </a:spcBef>
              <a:buNone/>
              <a:defRPr sz="2000">
                <a:solidFill>
                  <a:schemeClr val="tx1"/>
                </a:solidFill>
                <a:latin typeface="+mn-lt"/>
                <a:ea typeface="Lato" panose="020F0502020204030203" pitchFamily="34" charset="0"/>
                <a:cs typeface="Lato" panose="020F0502020204030203" pitchFamily="34" charset="0"/>
              </a:defRPr>
            </a:lvl2pPr>
            <a:lvl3pPr marL="0" indent="0" defTabSz="0">
              <a:lnSpc>
                <a:spcPct val="100000"/>
              </a:lnSpc>
              <a:spcBef>
                <a:spcPts val="0"/>
              </a:spcBef>
              <a:buNone/>
              <a:defRPr sz="2000">
                <a:solidFill>
                  <a:schemeClr val="tx1"/>
                </a:solidFill>
                <a:latin typeface="+mn-lt"/>
                <a:ea typeface="Lato" panose="020F0502020204030203" pitchFamily="34" charset="0"/>
                <a:cs typeface="Lato" panose="020F0502020204030203" pitchFamily="34" charset="0"/>
              </a:defRPr>
            </a:lvl3pPr>
            <a:lvl4pPr marL="0" indent="0" defTabSz="0">
              <a:lnSpc>
                <a:spcPct val="100000"/>
              </a:lnSpc>
              <a:spcBef>
                <a:spcPts val="0"/>
              </a:spcBef>
              <a:buNone/>
              <a:defRPr sz="2000">
                <a:solidFill>
                  <a:schemeClr val="tx1"/>
                </a:solidFill>
                <a:latin typeface="+mn-lt"/>
                <a:ea typeface="Lato" panose="020F0502020204030203" pitchFamily="34" charset="0"/>
                <a:cs typeface="Lato" panose="020F0502020204030203" pitchFamily="34" charset="0"/>
              </a:defRPr>
            </a:lvl4pPr>
            <a:lvl5pPr marL="0" indent="0" defTabSz="0">
              <a:lnSpc>
                <a:spcPct val="100000"/>
              </a:lnSpc>
              <a:spcBef>
                <a:spcPts val="0"/>
              </a:spcBef>
              <a:buNone/>
              <a:defRPr sz="2000">
                <a:solidFill>
                  <a:schemeClr val="tx1"/>
                </a:solidFill>
                <a:latin typeface="+mn-lt"/>
                <a:ea typeface="Lato" panose="020F0502020204030203" pitchFamily="34" charset="0"/>
                <a:cs typeface="Lato" panose="020F0502020204030203" pitchFamily="34" charset="0"/>
              </a:defRPr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e-DE" dirty="0"/>
              <a:t>Mastertextformat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24502667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1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svg"/></Relationships>
</file>

<file path=ppt/slideMasters/_rels/slideMaster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theme" Target="../theme/theme3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.svg"/><Relationship Id="rId4" Type="http://schemas.openxmlformats.org/officeDocument/2006/relationships/image" Target="../media/image4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>
            <a:extLst>
              <a:ext uri="{FF2B5EF4-FFF2-40B4-BE49-F238E27FC236}">
                <a16:creationId xmlns:a16="http://schemas.microsoft.com/office/drawing/2014/main" id="{560E0969-555E-0B8B-9E08-734F593755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 dirty="0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5C2E6F4C-F166-FD63-2EF8-44D518BB686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 dirty="0"/>
              <a:t>Mastertextformat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D95EDF42-8D6E-C7E4-CD17-E55FBB8A4C4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de-DE" dirty="0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EE3A39A8-18B3-D9FD-77F2-3392C9E52EE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de-DE"/>
              <a:t>Integrierte BSS/OSS Plattform</a:t>
            </a:r>
            <a:endParaRPr lang="de-DE" dirty="0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6C6BEEFD-5F1A-BC10-DBD8-AE9CE010BE0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0E5972F-B532-41AD-AEDC-3C6EAF91B11A}" type="slidenum">
              <a:rPr lang="de-DE" smtClean="0"/>
              <a:t>‹Nr.›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1043101378"/>
      </p:ext>
    </p:extLst>
  </p:cSld>
  <p:clrMap bg1="lt1" tx1="dk1" bg2="lt2" tx2="dk2" accent1="accent1" accent2="accent2" accent3="accent3" accent4="accent4" accent5="accent5" accent6="accent6" hlink="hlink" folHlink="folHlink"/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2"/>
          </a:solidFill>
          <a:latin typeface="+mj-lt"/>
          <a:ea typeface="Lato" panose="020F0502020204030203" pitchFamily="34" charset="0"/>
          <a:cs typeface="Lato" panose="020F0502020204030203" pitchFamily="34" charset="0"/>
        </a:defRPr>
      </a:lvl1pPr>
    </p:titleStyle>
    <p:bodyStyle>
      <a:lvl1pPr marL="0" indent="0" algn="l" defTabSz="914400" rtl="0" eaLnBrk="1" latinLnBrk="0" hangingPunct="1">
        <a:lnSpc>
          <a:spcPct val="100000"/>
        </a:lnSpc>
        <a:spcBef>
          <a:spcPts val="1000"/>
        </a:spcBef>
        <a:buFontTx/>
        <a:buNone/>
        <a:defRPr sz="2000" kern="1200">
          <a:solidFill>
            <a:schemeClr val="tx1"/>
          </a:solidFill>
          <a:latin typeface="+mn-lt"/>
          <a:ea typeface="Lato" panose="020F0502020204030203" pitchFamily="34" charset="0"/>
          <a:cs typeface="Lato" panose="020F0502020204030203" pitchFamily="34" charset="0"/>
        </a:defRPr>
      </a:lvl1pPr>
      <a:lvl2pPr marL="0" indent="0" algn="l" defTabSz="914400" rtl="0" eaLnBrk="1" latinLnBrk="0" hangingPunct="1">
        <a:lnSpc>
          <a:spcPct val="100000"/>
        </a:lnSpc>
        <a:spcBef>
          <a:spcPts val="500"/>
        </a:spcBef>
        <a:buFontTx/>
        <a:buNone/>
        <a:defRPr sz="2000" kern="1200">
          <a:solidFill>
            <a:schemeClr val="tx1"/>
          </a:solidFill>
          <a:latin typeface="+mn-lt"/>
          <a:ea typeface="Lato" panose="020F0502020204030203" pitchFamily="34" charset="0"/>
          <a:cs typeface="Lato" panose="020F0502020204030203" pitchFamily="34" charset="0"/>
        </a:defRPr>
      </a:lvl2pPr>
      <a:lvl3pPr marL="0" indent="0" algn="l" defTabSz="914400" rtl="0" eaLnBrk="1" latinLnBrk="0" hangingPunct="1">
        <a:lnSpc>
          <a:spcPct val="100000"/>
        </a:lnSpc>
        <a:spcBef>
          <a:spcPts val="500"/>
        </a:spcBef>
        <a:buFontTx/>
        <a:buNone/>
        <a:defRPr sz="2000" kern="1200">
          <a:solidFill>
            <a:schemeClr val="tx1"/>
          </a:solidFill>
          <a:latin typeface="+mn-lt"/>
          <a:ea typeface="Lato" panose="020F0502020204030203" pitchFamily="34" charset="0"/>
          <a:cs typeface="Lato" panose="020F0502020204030203" pitchFamily="34" charset="0"/>
        </a:defRPr>
      </a:lvl3pPr>
      <a:lvl4pPr marL="0" indent="0" algn="l" defTabSz="914400" rtl="0" eaLnBrk="1" latinLnBrk="0" hangingPunct="1">
        <a:lnSpc>
          <a:spcPct val="100000"/>
        </a:lnSpc>
        <a:spcBef>
          <a:spcPts val="500"/>
        </a:spcBef>
        <a:buFontTx/>
        <a:buNone/>
        <a:defRPr sz="2000" kern="1200">
          <a:solidFill>
            <a:schemeClr val="tx1"/>
          </a:solidFill>
          <a:latin typeface="+mn-lt"/>
          <a:ea typeface="Lato" panose="020F0502020204030203" pitchFamily="34" charset="0"/>
          <a:cs typeface="Lato" panose="020F0502020204030203" pitchFamily="34" charset="0"/>
        </a:defRPr>
      </a:lvl4pPr>
      <a:lvl5pPr marL="0" indent="0" algn="l" defTabSz="914400" rtl="0" eaLnBrk="1" latinLnBrk="0" hangingPunct="1">
        <a:lnSpc>
          <a:spcPct val="100000"/>
        </a:lnSpc>
        <a:spcBef>
          <a:spcPts val="500"/>
        </a:spcBef>
        <a:buFontTx/>
        <a:buNone/>
        <a:defRPr sz="2000" kern="1200">
          <a:solidFill>
            <a:schemeClr val="tx1"/>
          </a:solidFill>
          <a:latin typeface="+mn-lt"/>
          <a:ea typeface="Lato" panose="020F0502020204030203" pitchFamily="34" charset="0"/>
          <a:cs typeface="Lato" panose="020F0502020204030203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F26B43"/>
          </p15:clr>
        </p15:guide>
        <p15:guide id="2" pos="3840">
          <p15:clr>
            <a:srgbClr val="F26B43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hteck 3">
            <a:extLst>
              <a:ext uri="{FF2B5EF4-FFF2-40B4-BE49-F238E27FC236}">
                <a16:creationId xmlns:a16="http://schemas.microsoft.com/office/drawing/2014/main" id="{570398E2-851D-8A08-6EDA-613D09ABA325}"/>
              </a:ext>
            </a:extLst>
          </p:cNvPr>
          <p:cNvSpPr/>
          <p:nvPr userDrawn="1"/>
        </p:nvSpPr>
        <p:spPr>
          <a:xfrm>
            <a:off x="-1" y="314391"/>
            <a:ext cx="8017251" cy="551883"/>
          </a:xfrm>
          <a:custGeom>
            <a:avLst/>
            <a:gdLst>
              <a:gd name="connsiteX0" fmla="*/ 0 w 7251700"/>
              <a:gd name="connsiteY0" fmla="*/ 0 h 792759"/>
              <a:gd name="connsiteX1" fmla="*/ 7251700 w 7251700"/>
              <a:gd name="connsiteY1" fmla="*/ 0 h 792759"/>
              <a:gd name="connsiteX2" fmla="*/ 7251700 w 7251700"/>
              <a:gd name="connsiteY2" fmla="*/ 792759 h 792759"/>
              <a:gd name="connsiteX3" fmla="*/ 0 w 7251700"/>
              <a:gd name="connsiteY3" fmla="*/ 792759 h 792759"/>
              <a:gd name="connsiteX4" fmla="*/ 0 w 7251700"/>
              <a:gd name="connsiteY4" fmla="*/ 0 h 792759"/>
              <a:gd name="connsiteX0" fmla="*/ 0 w 7251700"/>
              <a:gd name="connsiteY0" fmla="*/ 0 h 792759"/>
              <a:gd name="connsiteX1" fmla="*/ 7251700 w 7251700"/>
              <a:gd name="connsiteY1" fmla="*/ 0 h 792759"/>
              <a:gd name="connsiteX2" fmla="*/ 7010400 w 7251700"/>
              <a:gd name="connsiteY2" fmla="*/ 792759 h 792759"/>
              <a:gd name="connsiteX3" fmla="*/ 0 w 7251700"/>
              <a:gd name="connsiteY3" fmla="*/ 792759 h 792759"/>
              <a:gd name="connsiteX4" fmla="*/ 0 w 7251700"/>
              <a:gd name="connsiteY4" fmla="*/ 0 h 792759"/>
              <a:gd name="connsiteX0" fmla="*/ 0 w 7251700"/>
              <a:gd name="connsiteY0" fmla="*/ 0 h 792759"/>
              <a:gd name="connsiteX1" fmla="*/ 7251700 w 7251700"/>
              <a:gd name="connsiteY1" fmla="*/ 0 h 792759"/>
              <a:gd name="connsiteX2" fmla="*/ 7154779 w 7251700"/>
              <a:gd name="connsiteY2" fmla="*/ 792759 h 792759"/>
              <a:gd name="connsiteX3" fmla="*/ 0 w 7251700"/>
              <a:gd name="connsiteY3" fmla="*/ 792759 h 792759"/>
              <a:gd name="connsiteX4" fmla="*/ 0 w 7251700"/>
              <a:gd name="connsiteY4" fmla="*/ 0 h 79275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251700" h="792759">
                <a:moveTo>
                  <a:pt x="0" y="0"/>
                </a:moveTo>
                <a:lnTo>
                  <a:pt x="7251700" y="0"/>
                </a:lnTo>
                <a:lnTo>
                  <a:pt x="7154779" y="792759"/>
                </a:lnTo>
                <a:lnTo>
                  <a:pt x="0" y="792759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chemeClr val="tx2"/>
              </a:gs>
              <a:gs pos="100000">
                <a:schemeClr val="accent2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/>
          </a:p>
        </p:txBody>
      </p:sp>
      <p:sp>
        <p:nvSpPr>
          <p:cNvPr id="2" name="Fußzeilenplatzhalter 2">
            <a:extLst>
              <a:ext uri="{FF2B5EF4-FFF2-40B4-BE49-F238E27FC236}">
                <a16:creationId xmlns:a16="http://schemas.microsoft.com/office/drawing/2014/main" id="{FBB50873-6EFA-35F0-4311-AD42B45D57B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15617" y="6173787"/>
            <a:ext cx="2827132" cy="365125"/>
          </a:xfrm>
          <a:prstGeom prst="rect">
            <a:avLst/>
          </a:prstGeom>
        </p:spPr>
        <p:txBody>
          <a:bodyPr anchor="b"/>
          <a:lstStyle>
            <a:lvl1pPr algn="l">
              <a:defRPr sz="1000">
                <a:solidFill>
                  <a:srgbClr val="646363"/>
                </a:solidFill>
              </a:defRPr>
            </a:lvl1pPr>
          </a:lstStyle>
          <a:p>
            <a:r>
              <a:rPr lang="de-DE" dirty="0"/>
              <a:t>Integrierte BSS/OSS Plattform</a:t>
            </a:r>
          </a:p>
        </p:txBody>
      </p:sp>
      <p:sp>
        <p:nvSpPr>
          <p:cNvPr id="3" name="Foliennummernplatzhalter 3">
            <a:extLst>
              <a:ext uri="{FF2B5EF4-FFF2-40B4-BE49-F238E27FC236}">
                <a16:creationId xmlns:a16="http://schemas.microsoft.com/office/drawing/2014/main" id="{0489DF62-0418-7FD6-C796-8AF793E862B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278086" y="6173786"/>
            <a:ext cx="437531" cy="365125"/>
          </a:xfrm>
          <a:prstGeom prst="rect">
            <a:avLst/>
          </a:prstGeom>
        </p:spPr>
        <p:txBody>
          <a:bodyPr anchor="b"/>
          <a:lstStyle>
            <a:lvl1pPr>
              <a:defRPr sz="1000">
                <a:solidFill>
                  <a:srgbClr val="646363"/>
                </a:solidFill>
              </a:defRPr>
            </a:lvl1pPr>
          </a:lstStyle>
          <a:p>
            <a:fld id="{90E5972F-B532-41AD-AEDC-3C6EAF91B11A}" type="slidenum">
              <a:rPr lang="de-DE" smtClean="0"/>
              <a:pPr/>
              <a:t>‹Nr.›</a:t>
            </a:fld>
            <a:endParaRPr lang="de-DE" dirty="0"/>
          </a:p>
        </p:txBody>
      </p:sp>
      <p:pic>
        <p:nvPicPr>
          <p:cNvPr id="4" name="Grafik 3">
            <a:extLst>
              <a:ext uri="{FF2B5EF4-FFF2-40B4-BE49-F238E27FC236}">
                <a16:creationId xmlns:a16="http://schemas.microsoft.com/office/drawing/2014/main" id="{465DE4D3-F7D1-9EB6-BFF8-605619EBFB1E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251694" y="6356010"/>
            <a:ext cx="1591907" cy="1434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8209585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42" r:id="rId1"/>
  </p:sldLayoutIdLst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F26B43"/>
          </p15:clr>
        </p15:guide>
        <p15:guide id="2" pos="3840">
          <p15:clr>
            <a:srgbClr val="F26B43"/>
          </p15:clr>
        </p15:guide>
      </p15:sldGuideLst>
    </p:ext>
  </p:extLst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Grafik 4">
            <a:extLst>
              <a:ext uri="{FF2B5EF4-FFF2-40B4-BE49-F238E27FC236}">
                <a16:creationId xmlns:a16="http://schemas.microsoft.com/office/drawing/2014/main" id="{C14727E7-44AE-3FC9-A638-A01EFC51BF7F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428" t="16970" r="6870" b="883"/>
          <a:stretch>
            <a:fillRect/>
          </a:stretch>
        </p:blipFill>
        <p:spPr>
          <a:xfrm>
            <a:off x="2268" y="0"/>
            <a:ext cx="12189732" cy="6858000"/>
          </a:xfrm>
          <a:prstGeom prst="rect">
            <a:avLst/>
          </a:prstGeom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74000">
                <a:schemeClr val="accent1">
                  <a:lumMod val="45000"/>
                  <a:lumOff val="55000"/>
                </a:schemeClr>
              </a:gs>
              <a:gs pos="83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5400000" scaled="1"/>
          </a:gradFill>
        </p:spPr>
      </p:pic>
      <p:sp>
        <p:nvSpPr>
          <p:cNvPr id="6" name="Rechteck 5">
            <a:extLst>
              <a:ext uri="{FF2B5EF4-FFF2-40B4-BE49-F238E27FC236}">
                <a16:creationId xmlns:a16="http://schemas.microsoft.com/office/drawing/2014/main" id="{1E214A52-6AB1-617C-F18B-F01988763439}"/>
              </a:ext>
            </a:extLst>
          </p:cNvPr>
          <p:cNvSpPr/>
          <p:nvPr userDrawn="1"/>
        </p:nvSpPr>
        <p:spPr>
          <a:xfrm>
            <a:off x="0" y="229682"/>
            <a:ext cx="12192000" cy="6628317"/>
          </a:xfrm>
          <a:prstGeom prst="rect">
            <a:avLst/>
          </a:prstGeom>
          <a:gradFill>
            <a:gsLst>
              <a:gs pos="0">
                <a:schemeClr val="bg1">
                  <a:alpha val="0"/>
                </a:schemeClr>
              </a:gs>
              <a:gs pos="100000">
                <a:schemeClr val="bg2">
                  <a:lumMod val="0"/>
                  <a:alpha val="72000"/>
                </a:scheme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de-DE" sz="4800" b="0" i="0" u="none" strike="noStrike" kern="1200" cap="none" spc="0" normalizeH="0" baseline="0" noProof="0" dirty="0">
              <a:ln>
                <a:noFill/>
              </a:ln>
              <a:solidFill>
                <a:srgbClr val="009DE0"/>
              </a:solidFill>
              <a:effectLst/>
              <a:uLnTx/>
              <a:uFillTx/>
              <a:latin typeface="Lato Semibold" panose="020F0502020204030203" pitchFamily="34" charset="0"/>
              <a:ea typeface="Lato Semibold" panose="020F0502020204030203" pitchFamily="34" charset="0"/>
              <a:cs typeface="Lato Semibold" panose="020F0502020204030203" pitchFamily="34" charset="0"/>
            </a:endParaRPr>
          </a:p>
        </p:txBody>
      </p:sp>
      <p:sp>
        <p:nvSpPr>
          <p:cNvPr id="7" name="Rechteck 3">
            <a:extLst>
              <a:ext uri="{FF2B5EF4-FFF2-40B4-BE49-F238E27FC236}">
                <a16:creationId xmlns:a16="http://schemas.microsoft.com/office/drawing/2014/main" id="{570398E2-851D-8A08-6EDA-613D09ABA325}"/>
              </a:ext>
            </a:extLst>
          </p:cNvPr>
          <p:cNvSpPr/>
          <p:nvPr userDrawn="1"/>
        </p:nvSpPr>
        <p:spPr>
          <a:xfrm>
            <a:off x="-1" y="314391"/>
            <a:ext cx="8017251" cy="551883"/>
          </a:xfrm>
          <a:custGeom>
            <a:avLst/>
            <a:gdLst>
              <a:gd name="connsiteX0" fmla="*/ 0 w 7251700"/>
              <a:gd name="connsiteY0" fmla="*/ 0 h 792759"/>
              <a:gd name="connsiteX1" fmla="*/ 7251700 w 7251700"/>
              <a:gd name="connsiteY1" fmla="*/ 0 h 792759"/>
              <a:gd name="connsiteX2" fmla="*/ 7251700 w 7251700"/>
              <a:gd name="connsiteY2" fmla="*/ 792759 h 792759"/>
              <a:gd name="connsiteX3" fmla="*/ 0 w 7251700"/>
              <a:gd name="connsiteY3" fmla="*/ 792759 h 792759"/>
              <a:gd name="connsiteX4" fmla="*/ 0 w 7251700"/>
              <a:gd name="connsiteY4" fmla="*/ 0 h 792759"/>
              <a:gd name="connsiteX0" fmla="*/ 0 w 7251700"/>
              <a:gd name="connsiteY0" fmla="*/ 0 h 792759"/>
              <a:gd name="connsiteX1" fmla="*/ 7251700 w 7251700"/>
              <a:gd name="connsiteY1" fmla="*/ 0 h 792759"/>
              <a:gd name="connsiteX2" fmla="*/ 7010400 w 7251700"/>
              <a:gd name="connsiteY2" fmla="*/ 792759 h 792759"/>
              <a:gd name="connsiteX3" fmla="*/ 0 w 7251700"/>
              <a:gd name="connsiteY3" fmla="*/ 792759 h 792759"/>
              <a:gd name="connsiteX4" fmla="*/ 0 w 7251700"/>
              <a:gd name="connsiteY4" fmla="*/ 0 h 792759"/>
              <a:gd name="connsiteX0" fmla="*/ 0 w 7251700"/>
              <a:gd name="connsiteY0" fmla="*/ 0 h 792759"/>
              <a:gd name="connsiteX1" fmla="*/ 7251700 w 7251700"/>
              <a:gd name="connsiteY1" fmla="*/ 0 h 792759"/>
              <a:gd name="connsiteX2" fmla="*/ 7154779 w 7251700"/>
              <a:gd name="connsiteY2" fmla="*/ 792759 h 792759"/>
              <a:gd name="connsiteX3" fmla="*/ 0 w 7251700"/>
              <a:gd name="connsiteY3" fmla="*/ 792759 h 792759"/>
              <a:gd name="connsiteX4" fmla="*/ 0 w 7251700"/>
              <a:gd name="connsiteY4" fmla="*/ 0 h 79275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251700" h="792759">
                <a:moveTo>
                  <a:pt x="0" y="0"/>
                </a:moveTo>
                <a:lnTo>
                  <a:pt x="7251700" y="0"/>
                </a:lnTo>
                <a:lnTo>
                  <a:pt x="7154779" y="792759"/>
                </a:lnTo>
                <a:lnTo>
                  <a:pt x="0" y="792759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chemeClr val="tx2"/>
              </a:gs>
              <a:gs pos="100000">
                <a:schemeClr val="accent2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/>
          </a:p>
        </p:txBody>
      </p:sp>
      <p:sp>
        <p:nvSpPr>
          <p:cNvPr id="2" name="Fußzeilenplatzhalter 2">
            <a:extLst>
              <a:ext uri="{FF2B5EF4-FFF2-40B4-BE49-F238E27FC236}">
                <a16:creationId xmlns:a16="http://schemas.microsoft.com/office/drawing/2014/main" id="{FBB50873-6EFA-35F0-4311-AD42B45D57B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15617" y="6173787"/>
            <a:ext cx="2827132" cy="365125"/>
          </a:xfrm>
          <a:prstGeom prst="rect">
            <a:avLst/>
          </a:prstGeom>
        </p:spPr>
        <p:txBody>
          <a:bodyPr anchor="b"/>
          <a:lstStyle>
            <a:lvl1pPr algn="l">
              <a:defRPr sz="1000">
                <a:solidFill>
                  <a:schemeClr val="bg1"/>
                </a:solidFill>
              </a:defRPr>
            </a:lvl1pPr>
          </a:lstStyle>
          <a:p>
            <a:r>
              <a:rPr lang="de-DE"/>
              <a:t>Integrierte BSS/OSS Plattform</a:t>
            </a:r>
            <a:endParaRPr lang="de-DE" dirty="0"/>
          </a:p>
        </p:txBody>
      </p:sp>
      <p:sp>
        <p:nvSpPr>
          <p:cNvPr id="3" name="Foliennummernplatzhalter 3">
            <a:extLst>
              <a:ext uri="{FF2B5EF4-FFF2-40B4-BE49-F238E27FC236}">
                <a16:creationId xmlns:a16="http://schemas.microsoft.com/office/drawing/2014/main" id="{0489DF62-0418-7FD6-C796-8AF793E862B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278086" y="6173786"/>
            <a:ext cx="437531" cy="365125"/>
          </a:xfrm>
          <a:prstGeom prst="rect">
            <a:avLst/>
          </a:prstGeom>
        </p:spPr>
        <p:txBody>
          <a:bodyPr anchor="b"/>
          <a:lstStyle>
            <a:lvl1pPr>
              <a:defRPr sz="1000">
                <a:solidFill>
                  <a:schemeClr val="bg1"/>
                </a:solidFill>
              </a:defRPr>
            </a:lvl1pPr>
          </a:lstStyle>
          <a:p>
            <a:fld id="{90E5972F-B532-41AD-AEDC-3C6EAF91B11A}" type="slidenum">
              <a:rPr lang="de-DE" smtClean="0"/>
              <a:pPr/>
              <a:t>‹Nr.›</a:t>
            </a:fld>
            <a:endParaRPr lang="de-DE" dirty="0"/>
          </a:p>
        </p:txBody>
      </p:sp>
      <p:pic>
        <p:nvPicPr>
          <p:cNvPr id="4" name="Grafik 3">
            <a:extLst>
              <a:ext uri="{FF2B5EF4-FFF2-40B4-BE49-F238E27FC236}">
                <a16:creationId xmlns:a16="http://schemas.microsoft.com/office/drawing/2014/main" id="{465DE4D3-F7D1-9EB6-BFF8-605619EBFB1E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251694" y="6356010"/>
            <a:ext cx="1591907" cy="1434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94454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85" r:id="rId1"/>
  </p:sldLayoutIdLst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F26B43"/>
          </p15:clr>
        </p15:guide>
        <p15:guide id="2" pos="3840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svg"/><Relationship Id="rId13" Type="http://schemas.openxmlformats.org/officeDocument/2006/relationships/image" Target="../media/image17.png"/><Relationship Id="rId18" Type="http://schemas.openxmlformats.org/officeDocument/2006/relationships/image" Target="../media/image5.svg"/><Relationship Id="rId3" Type="http://schemas.openxmlformats.org/officeDocument/2006/relationships/image" Target="../media/image7.svg"/><Relationship Id="rId7" Type="http://schemas.openxmlformats.org/officeDocument/2006/relationships/image" Target="../media/image11.png"/><Relationship Id="rId12" Type="http://schemas.openxmlformats.org/officeDocument/2006/relationships/image" Target="../media/image16.svg"/><Relationship Id="rId17" Type="http://schemas.openxmlformats.org/officeDocument/2006/relationships/image" Target="../media/image4.png"/><Relationship Id="rId2" Type="http://schemas.openxmlformats.org/officeDocument/2006/relationships/image" Target="../media/image6.png"/><Relationship Id="rId16" Type="http://schemas.openxmlformats.org/officeDocument/2006/relationships/image" Target="../media/image20.sv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.svg"/><Relationship Id="rId11" Type="http://schemas.openxmlformats.org/officeDocument/2006/relationships/image" Target="../media/image15.png"/><Relationship Id="rId5" Type="http://schemas.openxmlformats.org/officeDocument/2006/relationships/image" Target="../media/image9.png"/><Relationship Id="rId15" Type="http://schemas.openxmlformats.org/officeDocument/2006/relationships/image" Target="../media/image19.png"/><Relationship Id="rId10" Type="http://schemas.openxmlformats.org/officeDocument/2006/relationships/image" Target="../media/image14.svg"/><Relationship Id="rId4" Type="http://schemas.openxmlformats.org/officeDocument/2006/relationships/image" Target="../media/image8.png"/><Relationship Id="rId9" Type="http://schemas.openxmlformats.org/officeDocument/2006/relationships/image" Target="../media/image13.png"/><Relationship Id="rId14" Type="http://schemas.openxmlformats.org/officeDocument/2006/relationships/image" Target="../media/image18.sv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7.png"/><Relationship Id="rId3" Type="http://schemas.openxmlformats.org/officeDocument/2006/relationships/image" Target="../media/image22.svg"/><Relationship Id="rId7" Type="http://schemas.openxmlformats.org/officeDocument/2006/relationships/image" Target="../media/image26.sv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5.png"/><Relationship Id="rId11" Type="http://schemas.openxmlformats.org/officeDocument/2006/relationships/image" Target="../media/image30.svg"/><Relationship Id="rId5" Type="http://schemas.openxmlformats.org/officeDocument/2006/relationships/image" Target="../media/image24.svg"/><Relationship Id="rId10" Type="http://schemas.openxmlformats.org/officeDocument/2006/relationships/image" Target="../media/image29.png"/><Relationship Id="rId4" Type="http://schemas.openxmlformats.org/officeDocument/2006/relationships/image" Target="../media/image23.png"/><Relationship Id="rId9" Type="http://schemas.openxmlformats.org/officeDocument/2006/relationships/image" Target="../media/image28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51FB6DD-A25B-EE6B-AB37-0494BDE8A9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Freihandform: Form 88">
            <a:extLst>
              <a:ext uri="{FF2B5EF4-FFF2-40B4-BE49-F238E27FC236}">
                <a16:creationId xmlns:a16="http://schemas.microsoft.com/office/drawing/2014/main" id="{4160E27D-895D-FFFD-F424-048C8B61A0CE}"/>
              </a:ext>
            </a:extLst>
          </p:cNvPr>
          <p:cNvSpPr/>
          <p:nvPr/>
        </p:nvSpPr>
        <p:spPr>
          <a:xfrm rot="18900000">
            <a:off x="3335653" y="834954"/>
            <a:ext cx="2219749" cy="2219750"/>
          </a:xfrm>
          <a:custGeom>
            <a:avLst/>
            <a:gdLst>
              <a:gd name="connsiteX0" fmla="*/ 1104783 w 2219749"/>
              <a:gd name="connsiteY0" fmla="*/ 0 h 2219750"/>
              <a:gd name="connsiteX1" fmla="*/ 2219749 w 2219749"/>
              <a:gd name="connsiteY1" fmla="*/ 1114966 h 2219750"/>
              <a:gd name="connsiteX2" fmla="*/ 1706962 w 2219749"/>
              <a:gd name="connsiteY2" fmla="*/ 1627753 h 2219750"/>
              <a:gd name="connsiteX3" fmla="*/ 1706962 w 2219749"/>
              <a:gd name="connsiteY3" fmla="*/ 1706961 h 2219750"/>
              <a:gd name="connsiteX4" fmla="*/ 1627754 w 2219749"/>
              <a:gd name="connsiteY4" fmla="*/ 1706961 h 2219750"/>
              <a:gd name="connsiteX5" fmla="*/ 1114965 w 2219749"/>
              <a:gd name="connsiteY5" fmla="*/ 2219750 h 2219750"/>
              <a:gd name="connsiteX6" fmla="*/ 0 w 2219749"/>
              <a:gd name="connsiteY6" fmla="*/ 1104784 h 22197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219749" h="2219750">
                <a:moveTo>
                  <a:pt x="1104783" y="0"/>
                </a:moveTo>
                <a:lnTo>
                  <a:pt x="2219749" y="1114966"/>
                </a:lnTo>
                <a:lnTo>
                  <a:pt x="1706962" y="1627753"/>
                </a:lnTo>
                <a:lnTo>
                  <a:pt x="1706962" y="1706961"/>
                </a:lnTo>
                <a:lnTo>
                  <a:pt x="1627754" y="1706961"/>
                </a:lnTo>
                <a:lnTo>
                  <a:pt x="1114965" y="2219750"/>
                </a:lnTo>
                <a:lnTo>
                  <a:pt x="0" y="1104784"/>
                </a:lnTo>
                <a:close/>
              </a:path>
            </a:pathLst>
          </a:cu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de-DE" sz="4800" b="0" i="0" u="none" strike="noStrike" kern="1200" cap="none" spc="0" normalizeH="0" baseline="0" noProof="0" dirty="0">
              <a:ln>
                <a:noFill/>
              </a:ln>
              <a:solidFill>
                <a:srgbClr val="009DE0"/>
              </a:solidFill>
              <a:effectLst/>
              <a:uLnTx/>
              <a:uFillTx/>
              <a:latin typeface="Lato Semibold" panose="020F0502020204030203" pitchFamily="34" charset="0"/>
              <a:ea typeface="Lato Semibold" panose="020F0502020204030203" pitchFamily="34" charset="0"/>
              <a:cs typeface="Lato Semibold" panose="020F0502020204030203" pitchFamily="34" charset="0"/>
            </a:endParaRPr>
          </a:p>
        </p:txBody>
      </p:sp>
      <p:sp>
        <p:nvSpPr>
          <p:cNvPr id="88" name="Freihandform: Form 87">
            <a:extLst>
              <a:ext uri="{FF2B5EF4-FFF2-40B4-BE49-F238E27FC236}">
                <a16:creationId xmlns:a16="http://schemas.microsoft.com/office/drawing/2014/main" id="{DAD86838-5E3B-D7B4-69D4-0A6C019D31B9}"/>
              </a:ext>
            </a:extLst>
          </p:cNvPr>
          <p:cNvSpPr/>
          <p:nvPr/>
        </p:nvSpPr>
        <p:spPr>
          <a:xfrm rot="18900000">
            <a:off x="276415" y="3524341"/>
            <a:ext cx="3386810" cy="3386810"/>
          </a:xfrm>
          <a:custGeom>
            <a:avLst/>
            <a:gdLst>
              <a:gd name="connsiteX0" fmla="*/ 1104784 w 3386810"/>
              <a:gd name="connsiteY0" fmla="*/ 0 h 3386810"/>
              <a:gd name="connsiteX1" fmla="*/ 3386810 w 3386810"/>
              <a:gd name="connsiteY1" fmla="*/ 2282026 h 3386810"/>
              <a:gd name="connsiteX2" fmla="*/ 2873222 w 3386810"/>
              <a:gd name="connsiteY2" fmla="*/ 2795613 h 3386810"/>
              <a:gd name="connsiteX3" fmla="*/ 2873222 w 3386810"/>
              <a:gd name="connsiteY3" fmla="*/ 2873222 h 3386810"/>
              <a:gd name="connsiteX4" fmla="*/ 2795613 w 3386810"/>
              <a:gd name="connsiteY4" fmla="*/ 2873222 h 3386810"/>
              <a:gd name="connsiteX5" fmla="*/ 2282026 w 3386810"/>
              <a:gd name="connsiteY5" fmla="*/ 3386810 h 3386810"/>
              <a:gd name="connsiteX6" fmla="*/ 0 w 3386810"/>
              <a:gd name="connsiteY6" fmla="*/ 1104784 h 33868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386810" h="3386810">
                <a:moveTo>
                  <a:pt x="1104784" y="0"/>
                </a:moveTo>
                <a:lnTo>
                  <a:pt x="3386810" y="2282026"/>
                </a:lnTo>
                <a:lnTo>
                  <a:pt x="2873222" y="2795613"/>
                </a:lnTo>
                <a:lnTo>
                  <a:pt x="2873222" y="2873222"/>
                </a:lnTo>
                <a:lnTo>
                  <a:pt x="2795613" y="2873222"/>
                </a:lnTo>
                <a:lnTo>
                  <a:pt x="2282026" y="3386810"/>
                </a:lnTo>
                <a:lnTo>
                  <a:pt x="0" y="1104784"/>
                </a:lnTo>
                <a:close/>
              </a:path>
            </a:pathLst>
          </a:cu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de-DE" sz="4800" b="0" i="0" u="none" strike="noStrike" kern="1200" cap="none" spc="0" normalizeH="0" baseline="0" noProof="0" dirty="0">
              <a:ln>
                <a:noFill/>
              </a:ln>
              <a:solidFill>
                <a:srgbClr val="009DE0"/>
              </a:solidFill>
              <a:effectLst/>
              <a:uLnTx/>
              <a:uFillTx/>
              <a:latin typeface="Lato Semibold" panose="020F0502020204030203" pitchFamily="34" charset="0"/>
              <a:ea typeface="Lato Semibold" panose="020F0502020204030203" pitchFamily="34" charset="0"/>
              <a:cs typeface="Lato Semibold" panose="020F0502020204030203" pitchFamily="34" charset="0"/>
            </a:endParaRPr>
          </a:p>
        </p:txBody>
      </p:sp>
      <p:sp>
        <p:nvSpPr>
          <p:cNvPr id="87" name="Freihandform: Form 86">
            <a:extLst>
              <a:ext uri="{FF2B5EF4-FFF2-40B4-BE49-F238E27FC236}">
                <a16:creationId xmlns:a16="http://schemas.microsoft.com/office/drawing/2014/main" id="{41BD187B-C5FA-96B1-3211-5F45E1E581F0}"/>
              </a:ext>
            </a:extLst>
          </p:cNvPr>
          <p:cNvSpPr/>
          <p:nvPr/>
        </p:nvSpPr>
        <p:spPr>
          <a:xfrm rot="18900000">
            <a:off x="1926886" y="1887882"/>
            <a:ext cx="3386810" cy="3386810"/>
          </a:xfrm>
          <a:custGeom>
            <a:avLst/>
            <a:gdLst>
              <a:gd name="connsiteX0" fmla="*/ 1104784 w 3386810"/>
              <a:gd name="connsiteY0" fmla="*/ 0 h 3386810"/>
              <a:gd name="connsiteX1" fmla="*/ 3386810 w 3386810"/>
              <a:gd name="connsiteY1" fmla="*/ 2282026 h 3386810"/>
              <a:gd name="connsiteX2" fmla="*/ 2282027 w 3386810"/>
              <a:gd name="connsiteY2" fmla="*/ 3386810 h 3386810"/>
              <a:gd name="connsiteX3" fmla="*/ 0 w 3386810"/>
              <a:gd name="connsiteY3" fmla="*/ 1104783 h 3386810"/>
              <a:gd name="connsiteX4" fmla="*/ 530035 w 3386810"/>
              <a:gd name="connsiteY4" fmla="*/ 574749 h 3386810"/>
              <a:gd name="connsiteX5" fmla="*/ 530035 w 3386810"/>
              <a:gd name="connsiteY5" fmla="*/ 510404 h 3386810"/>
              <a:gd name="connsiteX6" fmla="*/ 594380 w 3386810"/>
              <a:gd name="connsiteY6" fmla="*/ 510404 h 33868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386810" h="3386810">
                <a:moveTo>
                  <a:pt x="1104784" y="0"/>
                </a:moveTo>
                <a:lnTo>
                  <a:pt x="3386810" y="2282026"/>
                </a:lnTo>
                <a:lnTo>
                  <a:pt x="2282027" y="3386810"/>
                </a:lnTo>
                <a:lnTo>
                  <a:pt x="0" y="1104783"/>
                </a:lnTo>
                <a:lnTo>
                  <a:pt x="530035" y="574749"/>
                </a:lnTo>
                <a:lnTo>
                  <a:pt x="530035" y="510404"/>
                </a:lnTo>
                <a:lnTo>
                  <a:pt x="594380" y="510404"/>
                </a:lnTo>
                <a:close/>
              </a:path>
            </a:pathLst>
          </a:cu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de-DE" sz="4800" b="0" i="0" u="none" strike="noStrike" kern="1200" cap="none" spc="0" normalizeH="0" baseline="0" noProof="0" dirty="0">
              <a:ln>
                <a:noFill/>
              </a:ln>
              <a:solidFill>
                <a:srgbClr val="009DE0"/>
              </a:solidFill>
              <a:effectLst/>
              <a:uLnTx/>
              <a:uFillTx/>
              <a:latin typeface="Lato Semibold" panose="020F0502020204030203" pitchFamily="34" charset="0"/>
              <a:ea typeface="Lato Semibold" panose="020F0502020204030203" pitchFamily="34" charset="0"/>
              <a:cs typeface="Lato Semibold" panose="020F0502020204030203" pitchFamily="34" charset="0"/>
            </a:endParaRPr>
          </a:p>
        </p:txBody>
      </p:sp>
      <p:sp>
        <p:nvSpPr>
          <p:cNvPr id="16" name="Rechteck 15">
            <a:extLst>
              <a:ext uri="{FF2B5EF4-FFF2-40B4-BE49-F238E27FC236}">
                <a16:creationId xmlns:a16="http://schemas.microsoft.com/office/drawing/2014/main" id="{918736E8-03C8-B043-F925-9A5BFDB3FFCF}"/>
              </a:ext>
            </a:extLst>
          </p:cNvPr>
          <p:cNvSpPr/>
          <p:nvPr/>
        </p:nvSpPr>
        <p:spPr>
          <a:xfrm>
            <a:off x="6958071" y="2800087"/>
            <a:ext cx="1576800" cy="1562400"/>
          </a:xfrm>
          <a:prstGeom prst="rect">
            <a:avLst/>
          </a:prstGeom>
          <a:solidFill>
            <a:schemeClr val="tx2"/>
          </a:solidFill>
          <a:ln w="12700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pic>
        <p:nvPicPr>
          <p:cNvPr id="80" name="Grafik 79">
            <a:extLst>
              <a:ext uri="{FF2B5EF4-FFF2-40B4-BE49-F238E27FC236}">
                <a16:creationId xmlns:a16="http://schemas.microsoft.com/office/drawing/2014/main" id="{02D60ED3-2E8A-B30B-7D62-274264956FE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191375" y="2888995"/>
            <a:ext cx="1105812" cy="1356825"/>
          </a:xfrm>
          <a:prstGeom prst="rect">
            <a:avLst/>
          </a:prstGeom>
        </p:spPr>
      </p:pic>
      <p:pic>
        <p:nvPicPr>
          <p:cNvPr id="39" name="Grafik 38">
            <a:extLst>
              <a:ext uri="{FF2B5EF4-FFF2-40B4-BE49-F238E27FC236}">
                <a16:creationId xmlns:a16="http://schemas.microsoft.com/office/drawing/2014/main" id="{F79F6B5C-FE46-5A07-6724-25E0961975D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16" t="22756" r="2183" b="2116"/>
          <a:stretch>
            <a:fillRect/>
          </a:stretch>
        </p:blipFill>
        <p:spPr>
          <a:xfrm>
            <a:off x="8606281" y="2800086"/>
            <a:ext cx="3229532" cy="3198859"/>
          </a:xfrm>
          <a:prstGeom prst="rect">
            <a:avLst/>
          </a:prstGeom>
        </p:spPr>
      </p:pic>
      <p:sp>
        <p:nvSpPr>
          <p:cNvPr id="5" name="Rechteck 4">
            <a:extLst>
              <a:ext uri="{FF2B5EF4-FFF2-40B4-BE49-F238E27FC236}">
                <a16:creationId xmlns:a16="http://schemas.microsoft.com/office/drawing/2014/main" id="{61E6E9B8-F66E-BC8A-7432-EB5B65DAF8D7}"/>
              </a:ext>
            </a:extLst>
          </p:cNvPr>
          <p:cNvSpPr/>
          <p:nvPr/>
        </p:nvSpPr>
        <p:spPr>
          <a:xfrm>
            <a:off x="356183" y="1163628"/>
            <a:ext cx="3227272" cy="1562400"/>
          </a:xfrm>
          <a:prstGeom prst="rect">
            <a:avLst/>
          </a:prstGeom>
          <a:solidFill>
            <a:schemeClr val="tx2"/>
          </a:solidFill>
          <a:ln w="12700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9C0B00AE-88E4-9CBB-2F68-A81C34BAD8C1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de-DE" dirty="0"/>
              <a:t>Über uns – </a:t>
            </a:r>
            <a:r>
              <a:rPr lang="de-DE" dirty="0" err="1"/>
              <a:t>WEMAConnect</a:t>
            </a:r>
            <a:endParaRPr lang="de-DE" dirty="0"/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E78C498B-0427-D31F-8259-85CC215C736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de-DE" dirty="0"/>
              <a:t>Integrierte BSS/OSS Plattform</a:t>
            </a:r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F59B6749-549B-D9BC-FB41-98691824BF2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90E5972F-B532-41AD-AEDC-3C6EAF91B11A}" type="slidenum">
              <a:rPr lang="de-DE" smtClean="0"/>
              <a:pPr/>
              <a:t>1</a:t>
            </a:fld>
            <a:endParaRPr lang="de-DE" dirty="0"/>
          </a:p>
        </p:txBody>
      </p:sp>
      <p:sp>
        <p:nvSpPr>
          <p:cNvPr id="6" name="Rechteck 5">
            <a:extLst>
              <a:ext uri="{FF2B5EF4-FFF2-40B4-BE49-F238E27FC236}">
                <a16:creationId xmlns:a16="http://schemas.microsoft.com/office/drawing/2014/main" id="{FC403685-F1CD-0857-8DDE-86FB30A83ABA}"/>
              </a:ext>
            </a:extLst>
          </p:cNvPr>
          <p:cNvSpPr/>
          <p:nvPr/>
        </p:nvSpPr>
        <p:spPr>
          <a:xfrm>
            <a:off x="356183" y="2800087"/>
            <a:ext cx="1576800" cy="1562400"/>
          </a:xfrm>
          <a:prstGeom prst="rect">
            <a:avLst/>
          </a:prstGeom>
          <a:solidFill>
            <a:schemeClr val="tx2"/>
          </a:solidFill>
          <a:ln w="12700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5" name="Rechteck 14">
            <a:extLst>
              <a:ext uri="{FF2B5EF4-FFF2-40B4-BE49-F238E27FC236}">
                <a16:creationId xmlns:a16="http://schemas.microsoft.com/office/drawing/2014/main" id="{DA40757A-837D-70AF-C556-E7AA41E1F55D}"/>
              </a:ext>
            </a:extLst>
          </p:cNvPr>
          <p:cNvSpPr/>
          <p:nvPr/>
        </p:nvSpPr>
        <p:spPr>
          <a:xfrm>
            <a:off x="6958070" y="1163628"/>
            <a:ext cx="4877743" cy="1562400"/>
          </a:xfrm>
          <a:prstGeom prst="rect">
            <a:avLst/>
          </a:prstGeom>
          <a:solidFill>
            <a:schemeClr val="tx2"/>
          </a:solidFill>
          <a:ln w="12700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7" name="Rechteck 16">
            <a:extLst>
              <a:ext uri="{FF2B5EF4-FFF2-40B4-BE49-F238E27FC236}">
                <a16:creationId xmlns:a16="http://schemas.microsoft.com/office/drawing/2014/main" id="{EAAC8284-36FD-FA7B-52BB-3D26A749406D}"/>
              </a:ext>
            </a:extLst>
          </p:cNvPr>
          <p:cNvSpPr/>
          <p:nvPr/>
        </p:nvSpPr>
        <p:spPr>
          <a:xfrm>
            <a:off x="5307598" y="4436546"/>
            <a:ext cx="3227273" cy="1562400"/>
          </a:xfrm>
          <a:prstGeom prst="rect">
            <a:avLst/>
          </a:prstGeom>
          <a:solidFill>
            <a:schemeClr val="tx2"/>
          </a:solidFill>
          <a:ln w="12700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8" name="Rechteck 17">
            <a:extLst>
              <a:ext uri="{FF2B5EF4-FFF2-40B4-BE49-F238E27FC236}">
                <a16:creationId xmlns:a16="http://schemas.microsoft.com/office/drawing/2014/main" id="{E62EA21E-4762-EC44-9790-2A7E7D96DA85}"/>
              </a:ext>
            </a:extLst>
          </p:cNvPr>
          <p:cNvSpPr/>
          <p:nvPr/>
        </p:nvSpPr>
        <p:spPr>
          <a:xfrm>
            <a:off x="5307599" y="1163628"/>
            <a:ext cx="1576800" cy="1562400"/>
          </a:xfrm>
          <a:prstGeom prst="rect">
            <a:avLst/>
          </a:prstGeom>
          <a:solidFill>
            <a:schemeClr val="tx2"/>
          </a:solidFill>
          <a:ln w="12700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9" name="Rechteck 18">
            <a:extLst>
              <a:ext uri="{FF2B5EF4-FFF2-40B4-BE49-F238E27FC236}">
                <a16:creationId xmlns:a16="http://schemas.microsoft.com/office/drawing/2014/main" id="{56FF5BD6-122D-2588-A75E-DA6EFBCF271E}"/>
              </a:ext>
            </a:extLst>
          </p:cNvPr>
          <p:cNvSpPr/>
          <p:nvPr/>
        </p:nvSpPr>
        <p:spPr>
          <a:xfrm>
            <a:off x="5307599" y="2800087"/>
            <a:ext cx="1576800" cy="1562400"/>
          </a:xfrm>
          <a:prstGeom prst="rect">
            <a:avLst/>
          </a:prstGeom>
          <a:solidFill>
            <a:schemeClr val="tx2"/>
          </a:solidFill>
          <a:ln w="12700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7" name="Rechteck 26">
            <a:extLst>
              <a:ext uri="{FF2B5EF4-FFF2-40B4-BE49-F238E27FC236}">
                <a16:creationId xmlns:a16="http://schemas.microsoft.com/office/drawing/2014/main" id="{8CA9BE9A-E27E-D119-8548-C4717B7C7A4F}"/>
              </a:ext>
            </a:extLst>
          </p:cNvPr>
          <p:cNvSpPr/>
          <p:nvPr/>
        </p:nvSpPr>
        <p:spPr>
          <a:xfrm>
            <a:off x="3657127" y="4436546"/>
            <a:ext cx="1576800" cy="1562400"/>
          </a:xfrm>
          <a:prstGeom prst="rect">
            <a:avLst/>
          </a:prstGeom>
          <a:solidFill>
            <a:schemeClr val="tx2"/>
          </a:solidFill>
          <a:ln w="12700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43" name="Textfeld 42">
            <a:extLst>
              <a:ext uri="{FF2B5EF4-FFF2-40B4-BE49-F238E27FC236}">
                <a16:creationId xmlns:a16="http://schemas.microsoft.com/office/drawing/2014/main" id="{4C8EC76B-CBEB-26C3-890A-4A90DE5FD1F4}"/>
              </a:ext>
            </a:extLst>
          </p:cNvPr>
          <p:cNvSpPr txBox="1"/>
          <p:nvPr/>
        </p:nvSpPr>
        <p:spPr>
          <a:xfrm>
            <a:off x="8534871" y="1356365"/>
            <a:ext cx="3227272" cy="11769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</a:pPr>
            <a:r>
              <a:rPr lang="de-DE" sz="3000" b="0" i="0" u="none" strike="noStrike" baseline="0" dirty="0">
                <a:solidFill>
                  <a:srgbClr val="FFFFFF"/>
                </a:solidFill>
              </a:rPr>
              <a:t>2 Produktsäulen</a:t>
            </a:r>
          </a:p>
          <a:p>
            <a:pPr algn="l">
              <a:lnSpc>
                <a:spcPct val="120000"/>
              </a:lnSpc>
            </a:pPr>
            <a:r>
              <a:rPr lang="de-DE" sz="3200" i="0" u="none" strike="noStrike" baseline="0" dirty="0">
                <a:solidFill>
                  <a:srgbClr val="FFFFFF"/>
                </a:solidFill>
                <a:latin typeface="+mj-lt"/>
              </a:rPr>
              <a:t>FTTH und AAX</a:t>
            </a:r>
            <a:endParaRPr lang="de-DE" sz="3200" dirty="0">
              <a:latin typeface="+mj-lt"/>
            </a:endParaRPr>
          </a:p>
        </p:txBody>
      </p:sp>
      <p:sp>
        <p:nvSpPr>
          <p:cNvPr id="45" name="Textfeld 44">
            <a:extLst>
              <a:ext uri="{FF2B5EF4-FFF2-40B4-BE49-F238E27FC236}">
                <a16:creationId xmlns:a16="http://schemas.microsoft.com/office/drawing/2014/main" id="{6618186B-9514-FCE4-049F-F641AF42C0F0}"/>
              </a:ext>
            </a:extLst>
          </p:cNvPr>
          <p:cNvSpPr txBox="1"/>
          <p:nvPr/>
        </p:nvSpPr>
        <p:spPr>
          <a:xfrm>
            <a:off x="3657126" y="1713065"/>
            <a:ext cx="1576801" cy="820225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ts val="3000"/>
              </a:lnSpc>
            </a:pPr>
            <a:r>
              <a:rPr lang="de-DE" sz="6600" b="0" i="0" u="none" strike="noStrike" baseline="0" dirty="0">
                <a:solidFill>
                  <a:srgbClr val="FFFFFF"/>
                </a:solidFill>
              </a:rPr>
              <a:t>60</a:t>
            </a:r>
          </a:p>
          <a:p>
            <a:pPr algn="ctr">
              <a:lnSpc>
                <a:spcPts val="3000"/>
              </a:lnSpc>
            </a:pPr>
            <a:r>
              <a:rPr lang="de-DE" dirty="0">
                <a:solidFill>
                  <a:srgbClr val="FFFFFF"/>
                </a:solidFill>
              </a:rPr>
              <a:t>Mitarbeiter</a:t>
            </a:r>
            <a:endParaRPr lang="de-DE" sz="2000" dirty="0"/>
          </a:p>
        </p:txBody>
      </p:sp>
      <p:sp>
        <p:nvSpPr>
          <p:cNvPr id="55" name="Textfeld 54">
            <a:extLst>
              <a:ext uri="{FF2B5EF4-FFF2-40B4-BE49-F238E27FC236}">
                <a16:creationId xmlns:a16="http://schemas.microsoft.com/office/drawing/2014/main" id="{46EBA58D-251F-8105-75EF-41413FA60360}"/>
              </a:ext>
            </a:extLst>
          </p:cNvPr>
          <p:cNvSpPr txBox="1"/>
          <p:nvPr/>
        </p:nvSpPr>
        <p:spPr>
          <a:xfrm>
            <a:off x="2004393" y="3367381"/>
            <a:ext cx="3229535" cy="820225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ts val="3000"/>
              </a:lnSpc>
            </a:pPr>
            <a:r>
              <a:rPr lang="de-DE" sz="6600" b="0" i="0" u="none" strike="noStrike" baseline="0" dirty="0">
                <a:solidFill>
                  <a:srgbClr val="FFFFFF"/>
                </a:solidFill>
              </a:rPr>
              <a:t>700</a:t>
            </a:r>
            <a:r>
              <a:rPr lang="de-DE" sz="1600" b="0" i="0" u="none" strike="noStrike" baseline="0" dirty="0">
                <a:solidFill>
                  <a:srgbClr val="FFFFFF"/>
                </a:solidFill>
              </a:rPr>
              <a:t> km</a:t>
            </a:r>
          </a:p>
          <a:p>
            <a:pPr algn="ctr">
              <a:lnSpc>
                <a:spcPts val="3000"/>
              </a:lnSpc>
            </a:pPr>
            <a:r>
              <a:rPr lang="de-DE" sz="2000" b="1" dirty="0">
                <a:solidFill>
                  <a:srgbClr val="FFFFFF"/>
                </a:solidFill>
              </a:rPr>
              <a:t>Glasfaserinfrastruktur</a:t>
            </a:r>
            <a:endParaRPr lang="de-DE" sz="2000" b="1" dirty="0"/>
          </a:p>
        </p:txBody>
      </p:sp>
      <p:sp>
        <p:nvSpPr>
          <p:cNvPr id="57" name="Textfeld 56">
            <a:extLst>
              <a:ext uri="{FF2B5EF4-FFF2-40B4-BE49-F238E27FC236}">
                <a16:creationId xmlns:a16="http://schemas.microsoft.com/office/drawing/2014/main" id="{4A99CBDD-AC4E-D279-5B93-4C2301505061}"/>
              </a:ext>
            </a:extLst>
          </p:cNvPr>
          <p:cNvSpPr txBox="1"/>
          <p:nvPr/>
        </p:nvSpPr>
        <p:spPr>
          <a:xfrm>
            <a:off x="555633" y="5003840"/>
            <a:ext cx="2970149" cy="820225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ts val="3000"/>
              </a:lnSpc>
            </a:pPr>
            <a:r>
              <a:rPr lang="de-DE" sz="6600" b="0" i="0" u="none" strike="noStrike" baseline="0" dirty="0">
                <a:solidFill>
                  <a:srgbClr val="FFFFFF"/>
                </a:solidFill>
              </a:rPr>
              <a:t>50.000</a:t>
            </a:r>
          </a:p>
          <a:p>
            <a:pPr algn="r">
              <a:lnSpc>
                <a:spcPts val="3000"/>
              </a:lnSpc>
            </a:pPr>
            <a:r>
              <a:rPr lang="de-DE" dirty="0">
                <a:solidFill>
                  <a:srgbClr val="FFFFFF"/>
                </a:solidFill>
              </a:rPr>
              <a:t>Endkunden</a:t>
            </a:r>
            <a:endParaRPr lang="de-DE" sz="2000" dirty="0"/>
          </a:p>
        </p:txBody>
      </p:sp>
      <p:sp>
        <p:nvSpPr>
          <p:cNvPr id="59" name="Textfeld 58">
            <a:extLst>
              <a:ext uri="{FF2B5EF4-FFF2-40B4-BE49-F238E27FC236}">
                <a16:creationId xmlns:a16="http://schemas.microsoft.com/office/drawing/2014/main" id="{17BA9A8B-8AF6-FD71-02E8-B394B9D5CD95}"/>
              </a:ext>
            </a:extLst>
          </p:cNvPr>
          <p:cNvSpPr txBox="1"/>
          <p:nvPr/>
        </p:nvSpPr>
        <p:spPr>
          <a:xfrm>
            <a:off x="377853" y="5579226"/>
            <a:ext cx="2061734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e-DE" sz="3000" dirty="0">
                <a:solidFill>
                  <a:srgbClr val="FFFFFF"/>
                </a:solidFill>
              </a:rPr>
              <a:t>mehr als</a:t>
            </a:r>
            <a:endParaRPr lang="de-DE" sz="3000" dirty="0"/>
          </a:p>
        </p:txBody>
      </p:sp>
      <p:sp>
        <p:nvSpPr>
          <p:cNvPr id="60" name="Textfeld 59">
            <a:extLst>
              <a:ext uri="{FF2B5EF4-FFF2-40B4-BE49-F238E27FC236}">
                <a16:creationId xmlns:a16="http://schemas.microsoft.com/office/drawing/2014/main" id="{0D8A87A2-07BF-9CA9-615D-A201BC205F20}"/>
              </a:ext>
            </a:extLst>
          </p:cNvPr>
          <p:cNvSpPr txBox="1"/>
          <p:nvPr/>
        </p:nvSpPr>
        <p:spPr>
          <a:xfrm>
            <a:off x="5269719" y="5003839"/>
            <a:ext cx="3293988" cy="820225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ts val="3000"/>
              </a:lnSpc>
            </a:pPr>
            <a:r>
              <a:rPr lang="de-DE" sz="6600" b="0" i="0" u="none" strike="noStrike" baseline="0" dirty="0">
                <a:solidFill>
                  <a:srgbClr val="FFFFFF"/>
                </a:solidFill>
              </a:rPr>
              <a:t>27</a:t>
            </a:r>
            <a:r>
              <a:rPr lang="de-DE" sz="3000" b="0" i="0" u="none" strike="noStrike" baseline="0" dirty="0">
                <a:solidFill>
                  <a:srgbClr val="FFFFFF"/>
                </a:solidFill>
              </a:rPr>
              <a:t>Stadtwerke</a:t>
            </a:r>
          </a:p>
          <a:p>
            <a:pPr algn="ctr">
              <a:lnSpc>
                <a:spcPts val="3000"/>
              </a:lnSpc>
            </a:pPr>
            <a:r>
              <a:rPr lang="de-DE" dirty="0">
                <a:solidFill>
                  <a:srgbClr val="FFFFFF"/>
                </a:solidFill>
              </a:rPr>
              <a:t>SC7 → Migration auf AAX</a:t>
            </a:r>
            <a:endParaRPr lang="de-DE" dirty="0"/>
          </a:p>
        </p:txBody>
      </p:sp>
      <p:sp>
        <p:nvSpPr>
          <p:cNvPr id="62" name="Textfeld 61">
            <a:extLst>
              <a:ext uri="{FF2B5EF4-FFF2-40B4-BE49-F238E27FC236}">
                <a16:creationId xmlns:a16="http://schemas.microsoft.com/office/drawing/2014/main" id="{9BEC0890-4AB5-54BB-CD89-74D9EEC44252}"/>
              </a:ext>
            </a:extLst>
          </p:cNvPr>
          <p:cNvSpPr txBox="1"/>
          <p:nvPr/>
        </p:nvSpPr>
        <p:spPr>
          <a:xfrm>
            <a:off x="5351811" y="2843628"/>
            <a:ext cx="1546158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e-DE" b="1" dirty="0">
                <a:solidFill>
                  <a:srgbClr val="FFFFFF"/>
                </a:solidFill>
              </a:rPr>
              <a:t>Hauptsitz</a:t>
            </a:r>
          </a:p>
          <a:p>
            <a:r>
              <a:rPr lang="de-DE" dirty="0">
                <a:solidFill>
                  <a:srgbClr val="FFFFFF"/>
                </a:solidFill>
              </a:rPr>
              <a:t>in Naila,</a:t>
            </a:r>
          </a:p>
          <a:p>
            <a:r>
              <a:rPr lang="de-DE" dirty="0">
                <a:solidFill>
                  <a:srgbClr val="FFFFFF"/>
                </a:solidFill>
              </a:rPr>
              <a:t>Oberfranken</a:t>
            </a:r>
            <a:endParaRPr lang="de-DE" dirty="0"/>
          </a:p>
        </p:txBody>
      </p:sp>
      <p:sp>
        <p:nvSpPr>
          <p:cNvPr id="64" name="Textfeld 63">
            <a:extLst>
              <a:ext uri="{FF2B5EF4-FFF2-40B4-BE49-F238E27FC236}">
                <a16:creationId xmlns:a16="http://schemas.microsoft.com/office/drawing/2014/main" id="{34FFCBAE-E341-059B-EC50-DBE0D9C01B4E}"/>
              </a:ext>
            </a:extLst>
          </p:cNvPr>
          <p:cNvSpPr txBox="1"/>
          <p:nvPr/>
        </p:nvSpPr>
        <p:spPr>
          <a:xfrm>
            <a:off x="356183" y="1514773"/>
            <a:ext cx="3225012" cy="4300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3000"/>
              </a:lnSpc>
            </a:pPr>
            <a:r>
              <a:rPr lang="de-DE" dirty="0">
                <a:solidFill>
                  <a:srgbClr val="FFFFFF"/>
                </a:solidFill>
              </a:rPr>
              <a:t>100-prozentige Tochter der</a:t>
            </a:r>
            <a:endParaRPr lang="de-DE" dirty="0"/>
          </a:p>
        </p:txBody>
      </p:sp>
      <p:sp>
        <p:nvSpPr>
          <p:cNvPr id="66" name="Textfeld 65">
            <a:extLst>
              <a:ext uri="{FF2B5EF4-FFF2-40B4-BE49-F238E27FC236}">
                <a16:creationId xmlns:a16="http://schemas.microsoft.com/office/drawing/2014/main" id="{502F55D6-3E57-0C48-AC5F-9DFFC50EA0B3}"/>
              </a:ext>
            </a:extLst>
          </p:cNvPr>
          <p:cNvSpPr txBox="1"/>
          <p:nvPr/>
        </p:nvSpPr>
        <p:spPr>
          <a:xfrm>
            <a:off x="6953545" y="3215056"/>
            <a:ext cx="1581325" cy="4320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0000"/>
              </a:lnSpc>
            </a:pPr>
            <a:r>
              <a:rPr lang="de-DE" sz="1050" dirty="0">
                <a:solidFill>
                  <a:srgbClr val="FFFFFF"/>
                </a:solidFill>
              </a:rPr>
              <a:t>Stark in der Region.</a:t>
            </a:r>
          </a:p>
          <a:p>
            <a:pPr algn="ctr">
              <a:lnSpc>
                <a:spcPct val="110000"/>
              </a:lnSpc>
            </a:pPr>
            <a:r>
              <a:rPr lang="de-DE" sz="1050" dirty="0">
                <a:solidFill>
                  <a:srgbClr val="FFFFFF"/>
                </a:solidFill>
              </a:rPr>
              <a:t>Nah bei Ihnen.</a:t>
            </a:r>
            <a:endParaRPr lang="de-DE" sz="1050" dirty="0"/>
          </a:p>
        </p:txBody>
      </p:sp>
      <p:pic>
        <p:nvPicPr>
          <p:cNvPr id="68" name="Grafik 67">
            <a:extLst>
              <a:ext uri="{FF2B5EF4-FFF2-40B4-BE49-F238E27FC236}">
                <a16:creationId xmlns:a16="http://schemas.microsoft.com/office/drawing/2014/main" id="{F51D6726-8119-C90F-DEFF-107C33B43B1A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288235" y="2017696"/>
            <a:ext cx="1432316" cy="267723"/>
          </a:xfrm>
          <a:prstGeom prst="rect">
            <a:avLst/>
          </a:prstGeom>
        </p:spPr>
      </p:pic>
      <p:pic>
        <p:nvPicPr>
          <p:cNvPr id="70" name="Grafik 69">
            <a:extLst>
              <a:ext uri="{FF2B5EF4-FFF2-40B4-BE49-F238E27FC236}">
                <a16:creationId xmlns:a16="http://schemas.microsoft.com/office/drawing/2014/main" id="{30B4F5D0-377B-A16B-F709-1B365FE3858D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4044884" y="4754900"/>
            <a:ext cx="792000" cy="792000"/>
          </a:xfrm>
          <a:prstGeom prst="rect">
            <a:avLst/>
          </a:prstGeom>
        </p:spPr>
      </p:pic>
      <p:pic>
        <p:nvPicPr>
          <p:cNvPr id="72" name="Grafik 71">
            <a:extLst>
              <a:ext uri="{FF2B5EF4-FFF2-40B4-BE49-F238E27FC236}">
                <a16:creationId xmlns:a16="http://schemas.microsoft.com/office/drawing/2014/main" id="{E41C5EA6-99C7-767C-D8DE-3E3C9760349E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748583" y="3171407"/>
            <a:ext cx="792000" cy="792000"/>
          </a:xfrm>
          <a:prstGeom prst="rect">
            <a:avLst/>
          </a:prstGeom>
        </p:spPr>
      </p:pic>
      <p:pic>
        <p:nvPicPr>
          <p:cNvPr id="74" name="Grafik 73">
            <a:extLst>
              <a:ext uri="{FF2B5EF4-FFF2-40B4-BE49-F238E27FC236}">
                <a16:creationId xmlns:a16="http://schemas.microsoft.com/office/drawing/2014/main" id="{C24878FD-428D-0592-AF16-85445F215735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7298708" y="1575057"/>
            <a:ext cx="816750" cy="792000"/>
          </a:xfrm>
          <a:prstGeom prst="rect">
            <a:avLst/>
          </a:prstGeom>
        </p:spPr>
      </p:pic>
      <p:pic>
        <p:nvPicPr>
          <p:cNvPr id="76" name="Grafik 75">
            <a:extLst>
              <a:ext uri="{FF2B5EF4-FFF2-40B4-BE49-F238E27FC236}">
                <a16:creationId xmlns:a16="http://schemas.microsoft.com/office/drawing/2014/main" id="{126E7431-6226-9F95-18C9-1F91D9B52B6D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6292459" y="3768356"/>
            <a:ext cx="477464" cy="477464"/>
          </a:xfrm>
          <a:prstGeom prst="rect">
            <a:avLst/>
          </a:prstGeom>
        </p:spPr>
      </p:pic>
      <p:pic>
        <p:nvPicPr>
          <p:cNvPr id="78" name="Grafik 77">
            <a:extLst>
              <a:ext uri="{FF2B5EF4-FFF2-40B4-BE49-F238E27FC236}">
                <a16:creationId xmlns:a16="http://schemas.microsoft.com/office/drawing/2014/main" id="{A3DEF318-10FF-445E-1902-F1DA01A3082F}"/>
              </a:ext>
            </a:extLst>
          </p:cNvPr>
          <p:cNvPicPr>
            <a:picLocks noChangeAspect="1"/>
          </p:cNvPicPr>
          <p:nvPr/>
        </p:nvPicPr>
        <p:blipFill>
          <a:blip r:embed="rId15"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5747237" y="1548827"/>
            <a:ext cx="693000" cy="792000"/>
          </a:xfrm>
          <a:prstGeom prst="rect">
            <a:avLst/>
          </a:prstGeom>
        </p:spPr>
      </p:pic>
      <p:pic>
        <p:nvPicPr>
          <p:cNvPr id="83" name="Grafik 82">
            <a:extLst>
              <a:ext uri="{FF2B5EF4-FFF2-40B4-BE49-F238E27FC236}">
                <a16:creationId xmlns:a16="http://schemas.microsoft.com/office/drawing/2014/main" id="{AE87211E-FDC3-9C4E-147D-F1DDE99815F0}"/>
              </a:ext>
            </a:extLst>
          </p:cNvPr>
          <p:cNvPicPr>
            <a:picLocks noChangeAspect="1"/>
          </p:cNvPicPr>
          <p:nvPr/>
        </p:nvPicPr>
        <p:blipFill>
          <a:blip r:embed="rId17">
            <a:extLst>
              <a:ext uri="{96DAC541-7B7A-43D3-8B79-37D633B846F1}">
                <asvg:svgBlip xmlns:asvg="http://schemas.microsoft.com/office/drawing/2016/SVG/main" r:embed="rId18"/>
              </a:ext>
            </a:extLst>
          </a:blip>
          <a:stretch>
            <a:fillRect/>
          </a:stretch>
        </p:blipFill>
        <p:spPr>
          <a:xfrm>
            <a:off x="7251701" y="3722306"/>
            <a:ext cx="1008000" cy="908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2345663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Grafik 6">
            <a:extLst>
              <a:ext uri="{FF2B5EF4-FFF2-40B4-BE49-F238E27FC236}">
                <a16:creationId xmlns:a16="http://schemas.microsoft.com/office/drawing/2014/main" id="{AA263196-940D-C577-4DD4-F39318C407A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56183" y="4860674"/>
            <a:ext cx="11479631" cy="1133343"/>
          </a:xfrm>
          <a:prstGeom prst="rect">
            <a:avLst/>
          </a:prstGeom>
        </p:spPr>
      </p:pic>
      <p:sp>
        <p:nvSpPr>
          <p:cNvPr id="6" name="Rechteck 5">
            <a:extLst>
              <a:ext uri="{FF2B5EF4-FFF2-40B4-BE49-F238E27FC236}">
                <a16:creationId xmlns:a16="http://schemas.microsoft.com/office/drawing/2014/main" id="{8D25E843-540F-B3F2-027B-6F5A213B4C20}"/>
              </a:ext>
            </a:extLst>
          </p:cNvPr>
          <p:cNvSpPr/>
          <p:nvPr/>
        </p:nvSpPr>
        <p:spPr>
          <a:xfrm>
            <a:off x="6006438" y="4924129"/>
            <a:ext cx="5767172" cy="1011118"/>
          </a:xfrm>
          <a:prstGeom prst="rect">
            <a:avLst/>
          </a:prstGeom>
          <a:gradFill>
            <a:gsLst>
              <a:gs pos="0">
                <a:schemeClr val="accent2"/>
              </a:gs>
              <a:gs pos="100000">
                <a:schemeClr val="tx2"/>
              </a:gs>
            </a:gsLst>
            <a:lin ang="0" scaled="0"/>
          </a:gradFill>
          <a:ln w="12700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60AB5142-7FD6-141D-BBAD-19D2876F929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de-DE" dirty="0"/>
              <a:t>Über uns – </a:t>
            </a:r>
            <a:r>
              <a:rPr lang="de-DE" dirty="0" err="1"/>
              <a:t>WEMAConnect</a:t>
            </a:r>
            <a:endParaRPr lang="de-DE" dirty="0"/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B8EDFA66-62C1-1694-D3B1-E48207F061D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de-DE"/>
              <a:t>Integrierte BSS/OSS Plattform</a:t>
            </a:r>
            <a:endParaRPr lang="de-DE" dirty="0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13553BE9-7604-86B7-E810-160F93F830E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90E5972F-B532-41AD-AEDC-3C6EAF91B11A}" type="slidenum">
              <a:rPr lang="de-DE" smtClean="0"/>
              <a:pPr/>
              <a:t>2</a:t>
            </a:fld>
            <a:endParaRPr lang="de-DE" dirty="0"/>
          </a:p>
        </p:txBody>
      </p:sp>
      <p:sp>
        <p:nvSpPr>
          <p:cNvPr id="5" name="Inhaltsplatzhalter 4">
            <a:extLst>
              <a:ext uri="{FF2B5EF4-FFF2-40B4-BE49-F238E27FC236}">
                <a16:creationId xmlns:a16="http://schemas.microsoft.com/office/drawing/2014/main" id="{835FB2EC-F7EE-8258-090E-564D879E683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1783" y="3612166"/>
            <a:ext cx="11871508" cy="942798"/>
          </a:xfrm>
          <a:effectLst>
            <a:outerShdw blurRad="50800" dist="25400" dir="5400000" algn="ctr" rotWithShape="0">
              <a:schemeClr val="tx1"/>
            </a:outerShdw>
          </a:effectLst>
        </p:spPr>
        <p:txBody>
          <a:bodyPr/>
          <a:lstStyle/>
          <a:p>
            <a:pPr algn="ctr"/>
            <a:r>
              <a:rPr lang="de-DE" sz="4000" b="1" dirty="0"/>
              <a:t>Wir gestalten </a:t>
            </a:r>
            <a:r>
              <a:rPr lang="de-DE" sz="4000" dirty="0"/>
              <a:t>das IT-Systemhaus der </a:t>
            </a:r>
            <a:r>
              <a:rPr lang="de-DE" sz="4000" b="1" dirty="0"/>
              <a:t>Zukunft</a:t>
            </a:r>
            <a:r>
              <a:rPr lang="de-DE" sz="4000" dirty="0"/>
              <a:t>:</a:t>
            </a:r>
          </a:p>
        </p:txBody>
      </p:sp>
      <p:sp>
        <p:nvSpPr>
          <p:cNvPr id="9" name="Rechteck 8">
            <a:extLst>
              <a:ext uri="{FF2B5EF4-FFF2-40B4-BE49-F238E27FC236}">
                <a16:creationId xmlns:a16="http://schemas.microsoft.com/office/drawing/2014/main" id="{0E882C4D-7D9C-412C-E925-8FF3895ED5C3}"/>
              </a:ext>
            </a:extLst>
          </p:cNvPr>
          <p:cNvSpPr/>
          <p:nvPr/>
        </p:nvSpPr>
        <p:spPr>
          <a:xfrm>
            <a:off x="418386" y="4924129"/>
            <a:ext cx="5588052" cy="1011118"/>
          </a:xfrm>
          <a:prstGeom prst="rect">
            <a:avLst/>
          </a:prstGeom>
          <a:gradFill>
            <a:gsLst>
              <a:gs pos="0">
                <a:schemeClr val="tx2"/>
              </a:gs>
              <a:gs pos="100000">
                <a:schemeClr val="accent2"/>
              </a:gs>
            </a:gsLst>
            <a:lin ang="0" scaled="0"/>
          </a:gradFill>
          <a:ln w="12700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0" name="Ellipse 9">
            <a:extLst>
              <a:ext uri="{FF2B5EF4-FFF2-40B4-BE49-F238E27FC236}">
                <a16:creationId xmlns:a16="http://schemas.microsoft.com/office/drawing/2014/main" id="{9D72D02C-957A-DDA0-667C-557DCDE37358}"/>
              </a:ext>
            </a:extLst>
          </p:cNvPr>
          <p:cNvSpPr/>
          <p:nvPr/>
        </p:nvSpPr>
        <p:spPr>
          <a:xfrm>
            <a:off x="5326390" y="4793501"/>
            <a:ext cx="1370730" cy="1370728"/>
          </a:xfrm>
          <a:prstGeom prst="ellipse">
            <a:avLst/>
          </a:prstGeom>
          <a:gradFill flip="none" rotWithShape="1">
            <a:gsLst>
              <a:gs pos="0">
                <a:schemeClr val="tx2"/>
              </a:gs>
              <a:gs pos="100000">
                <a:schemeClr val="accent2"/>
              </a:gs>
            </a:gsLst>
            <a:path path="circle">
              <a:fillToRect l="50000" t="50000" r="50000" b="50000"/>
            </a:path>
            <a:tileRect/>
          </a:gradFill>
          <a:ln w="66675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de-DE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+mj-lt"/>
              <a:ea typeface="Lato Semibold" panose="020F0502020204030203" pitchFamily="34" charset="0"/>
              <a:cs typeface="Lato Semibold" panose="020F0502020204030203" pitchFamily="34" charset="0"/>
            </a:endParaRPr>
          </a:p>
        </p:txBody>
      </p:sp>
      <p:sp>
        <p:nvSpPr>
          <p:cNvPr id="12" name="Textfeld 11">
            <a:extLst>
              <a:ext uri="{FF2B5EF4-FFF2-40B4-BE49-F238E27FC236}">
                <a16:creationId xmlns:a16="http://schemas.microsoft.com/office/drawing/2014/main" id="{80A33609-F78B-0449-EB93-FDF22FACC231}"/>
              </a:ext>
            </a:extLst>
          </p:cNvPr>
          <p:cNvSpPr txBox="1"/>
          <p:nvPr/>
        </p:nvSpPr>
        <p:spPr>
          <a:xfrm>
            <a:off x="418385" y="5088387"/>
            <a:ext cx="4908004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de-DE" sz="20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j-lt"/>
                <a:ea typeface="Lato Semibold" panose="020F0502020204030203" pitchFamily="34" charset="0"/>
                <a:cs typeface="Lato Semibold" panose="020F0502020204030203" pitchFamily="34" charset="0"/>
              </a:rPr>
              <a:t>Mit maßgeschneiderten</a:t>
            </a:r>
          </a:p>
          <a:p>
            <a:pPr marL="0" marR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de-DE" sz="20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j-lt"/>
                <a:ea typeface="Lato Semibold" panose="020F0502020204030203" pitchFamily="34" charset="0"/>
                <a:cs typeface="Lato Semibold" panose="020F0502020204030203" pitchFamily="34" charset="0"/>
              </a:rPr>
              <a:t>Produktwelten </a:t>
            </a:r>
            <a:r>
              <a:rPr kumimoji="0" lang="de-DE" sz="2000" b="0" i="0" u="none" strike="noStrike" kern="1200" cap="none" spc="0" normalizeH="0" baseline="0" noProof="0" dirty="0" err="1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j-lt"/>
                <a:ea typeface="Lato Semibold" panose="020F0502020204030203" pitchFamily="34" charset="0"/>
                <a:cs typeface="Lato Semibold" panose="020F0502020204030203" pitchFamily="34" charset="0"/>
              </a:rPr>
              <a:t>powered</a:t>
            </a:r>
            <a:r>
              <a:rPr kumimoji="0" lang="de-DE" sz="20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j-lt"/>
                <a:ea typeface="Lato Semibold" panose="020F0502020204030203" pitchFamily="34" charset="0"/>
                <a:cs typeface="Lato Semibold" panose="020F0502020204030203" pitchFamily="34" charset="0"/>
              </a:rPr>
              <a:t> </a:t>
            </a:r>
            <a:r>
              <a:rPr kumimoji="0" lang="de-DE" sz="2000" b="0" i="0" u="none" strike="noStrike" kern="1200" cap="none" spc="0" normalizeH="0" baseline="0" noProof="0" dirty="0" err="1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j-lt"/>
                <a:ea typeface="Lato Semibold" panose="020F0502020204030203" pitchFamily="34" charset="0"/>
                <a:cs typeface="Lato Semibold" panose="020F0502020204030203" pitchFamily="34" charset="0"/>
              </a:rPr>
              <a:t>by</a:t>
            </a:r>
            <a:r>
              <a:rPr kumimoji="0" lang="de-DE" sz="20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j-lt"/>
                <a:ea typeface="Lato Semibold" panose="020F0502020204030203" pitchFamily="34" charset="0"/>
                <a:cs typeface="Lato Semibold" panose="020F0502020204030203" pitchFamily="34" charset="0"/>
              </a:rPr>
              <a:t> AAX</a:t>
            </a:r>
          </a:p>
        </p:txBody>
      </p:sp>
      <p:sp>
        <p:nvSpPr>
          <p:cNvPr id="13" name="Textfeld 12">
            <a:extLst>
              <a:ext uri="{FF2B5EF4-FFF2-40B4-BE49-F238E27FC236}">
                <a16:creationId xmlns:a16="http://schemas.microsoft.com/office/drawing/2014/main" id="{4D20DECB-4437-E42F-80CF-F6A0E9887CC8}"/>
              </a:ext>
            </a:extLst>
          </p:cNvPr>
          <p:cNvSpPr txBox="1"/>
          <p:nvPr/>
        </p:nvSpPr>
        <p:spPr>
          <a:xfrm>
            <a:off x="6697121" y="5088387"/>
            <a:ext cx="507649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de-DE" sz="20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j-lt"/>
                <a:ea typeface="Lato Semibold" panose="020F0502020204030203" pitchFamily="34" charset="0"/>
                <a:cs typeface="Lato Semibold" panose="020F0502020204030203" pitchFamily="34" charset="0"/>
              </a:rPr>
              <a:t>Als Glasfaseranbieter mit regionaler</a:t>
            </a:r>
          </a:p>
          <a:p>
            <a:pPr marL="0" marR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de-DE" sz="20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j-lt"/>
                <a:ea typeface="Lato Semibold" panose="020F0502020204030203" pitchFamily="34" charset="0"/>
                <a:cs typeface="Lato Semibold" panose="020F0502020204030203" pitchFamily="34" charset="0"/>
              </a:rPr>
              <a:t>Verwurzelung und Kompetenz</a:t>
            </a:r>
          </a:p>
        </p:txBody>
      </p:sp>
      <p:pic>
        <p:nvPicPr>
          <p:cNvPr id="15" name="Grafik 14">
            <a:extLst>
              <a:ext uri="{FF2B5EF4-FFF2-40B4-BE49-F238E27FC236}">
                <a16:creationId xmlns:a16="http://schemas.microsoft.com/office/drawing/2014/main" id="{E0419B2E-2E09-7DA0-9BA1-F6EE23B2449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17380" y="5142935"/>
            <a:ext cx="495000" cy="792000"/>
          </a:xfrm>
          <a:prstGeom prst="rect">
            <a:avLst/>
          </a:prstGeom>
        </p:spPr>
      </p:pic>
      <p:pic>
        <p:nvPicPr>
          <p:cNvPr id="17" name="Grafik 16">
            <a:extLst>
              <a:ext uri="{FF2B5EF4-FFF2-40B4-BE49-F238E27FC236}">
                <a16:creationId xmlns:a16="http://schemas.microsoft.com/office/drawing/2014/main" id="{8A053896-4B6A-B05E-5BD8-5C7D6618530D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1140020" y="5142935"/>
            <a:ext cx="534600" cy="792000"/>
          </a:xfrm>
          <a:prstGeom prst="rect">
            <a:avLst/>
          </a:prstGeom>
        </p:spPr>
      </p:pic>
      <p:pic>
        <p:nvPicPr>
          <p:cNvPr id="19" name="Grafik 18">
            <a:extLst>
              <a:ext uri="{FF2B5EF4-FFF2-40B4-BE49-F238E27FC236}">
                <a16:creationId xmlns:a16="http://schemas.microsoft.com/office/drawing/2014/main" id="{B566DC01-BEB2-C458-7DED-039BD41BCEA5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6894326" y="5044071"/>
            <a:ext cx="1636288" cy="770716"/>
          </a:xfrm>
          <a:prstGeom prst="rect">
            <a:avLst/>
          </a:prstGeom>
        </p:spPr>
      </p:pic>
      <p:pic>
        <p:nvPicPr>
          <p:cNvPr id="20" name="Grafik 19">
            <a:extLst>
              <a:ext uri="{FF2B5EF4-FFF2-40B4-BE49-F238E27FC236}">
                <a16:creationId xmlns:a16="http://schemas.microsoft.com/office/drawing/2014/main" id="{5C859C0B-E2F0-14BF-800B-1B0BB72DF028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3492896" y="5044071"/>
            <a:ext cx="1636288" cy="770716"/>
          </a:xfrm>
          <a:prstGeom prst="rect">
            <a:avLst/>
          </a:prstGeom>
        </p:spPr>
      </p:pic>
      <p:pic>
        <p:nvPicPr>
          <p:cNvPr id="22" name="Grafik 21">
            <a:extLst>
              <a:ext uri="{FF2B5EF4-FFF2-40B4-BE49-F238E27FC236}">
                <a16:creationId xmlns:a16="http://schemas.microsoft.com/office/drawing/2014/main" id="{6FCD723A-025D-06C6-EF27-A25E25FD8736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5615755" y="5118865"/>
            <a:ext cx="792000" cy="72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0124511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theme/theme1.xml><?xml version="1.0" encoding="utf-8"?>
<a:theme xmlns:a="http://schemas.openxmlformats.org/drawingml/2006/main" name="2_Titel, Zwischentitel und Endfolien">
  <a:themeElements>
    <a:clrScheme name="WemaConnect - Heller Hintergrund">
      <a:dk1>
        <a:srgbClr val="646363"/>
      </a:dk1>
      <a:lt1>
        <a:srgbClr val="FFFFFF"/>
      </a:lt1>
      <a:dk2>
        <a:srgbClr val="994593"/>
      </a:dk2>
      <a:lt2>
        <a:srgbClr val="F6F6F6"/>
      </a:lt2>
      <a:accent1>
        <a:srgbClr val="994593"/>
      </a:accent1>
      <a:accent2>
        <a:srgbClr val="75246C"/>
      </a:accent2>
      <a:accent3>
        <a:srgbClr val="B2B2B2"/>
      </a:accent3>
      <a:accent4>
        <a:srgbClr val="8E348B"/>
      </a:accent4>
      <a:accent5>
        <a:srgbClr val="AC6AA9"/>
      </a:accent5>
      <a:accent6>
        <a:srgbClr val="994593"/>
      </a:accent6>
      <a:hlink>
        <a:srgbClr val="FAB512"/>
      </a:hlink>
      <a:folHlink>
        <a:srgbClr val="75246C"/>
      </a:folHlink>
    </a:clrScheme>
    <a:fontScheme name="Lato">
      <a:majorFont>
        <a:latin typeface="Lato Semibold"/>
        <a:ea typeface=""/>
        <a:cs typeface=""/>
      </a:majorFont>
      <a:minorFont>
        <a:latin typeface="Lat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owerPoint-Mastervorlage-2025_WemaConnect" id="{64B328B7-8E2B-4538-B65B-4D1C3BD62D5C}" vid="{8CCDD269-C7EB-4FEE-B991-1C655C5542E5}"/>
    </a:ext>
  </a:extLst>
</a:theme>
</file>

<file path=ppt/theme/theme2.xml><?xml version="1.0" encoding="utf-8"?>
<a:theme xmlns:a="http://schemas.openxmlformats.org/drawingml/2006/main" name="3_Inhalte mit hellen Flächen">
  <a:themeElements>
    <a:clrScheme name="WemaConnect - Heller Hintergrund">
      <a:dk1>
        <a:srgbClr val="646363"/>
      </a:dk1>
      <a:lt1>
        <a:srgbClr val="FFFFFF"/>
      </a:lt1>
      <a:dk2>
        <a:srgbClr val="994593"/>
      </a:dk2>
      <a:lt2>
        <a:srgbClr val="F6F6F6"/>
      </a:lt2>
      <a:accent1>
        <a:srgbClr val="994593"/>
      </a:accent1>
      <a:accent2>
        <a:srgbClr val="75246C"/>
      </a:accent2>
      <a:accent3>
        <a:srgbClr val="B2B2B2"/>
      </a:accent3>
      <a:accent4>
        <a:srgbClr val="8E348B"/>
      </a:accent4>
      <a:accent5>
        <a:srgbClr val="AC6AA9"/>
      </a:accent5>
      <a:accent6>
        <a:srgbClr val="994593"/>
      </a:accent6>
      <a:hlink>
        <a:srgbClr val="FAB512"/>
      </a:hlink>
      <a:folHlink>
        <a:srgbClr val="75246C"/>
      </a:folHlink>
    </a:clrScheme>
    <a:fontScheme name="Lato">
      <a:majorFont>
        <a:latin typeface="Lato Semibold"/>
        <a:ea typeface=""/>
        <a:cs typeface=""/>
      </a:majorFont>
      <a:minorFont>
        <a:latin typeface="Lat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rgbClr val="FFFFFF"/>
        </a:solidFill>
        <a:ln>
          <a:noFill/>
        </a:ln>
      </a:spPr>
      <a:bodyPr rtlCol="0" anchor="ctr"/>
      <a:lstStyle>
        <a:defPPr marL="0" marR="0" indent="0" algn="ctr" defTabSz="914400" rtl="0" eaLnBrk="1" fontAlgn="auto" latinLnBrk="0" hangingPunct="1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4800" b="0" i="0" u="none" strike="noStrike" kern="1200" cap="none" spc="0" normalizeH="0" baseline="0" noProof="0" dirty="0">
            <a:ln>
              <a:noFill/>
            </a:ln>
            <a:solidFill>
              <a:srgbClr val="009DE0"/>
            </a:solidFill>
            <a:effectLst/>
            <a:uLnTx/>
            <a:uFillTx/>
            <a:latin typeface="Lato Semibold" panose="020F0502020204030203" pitchFamily="34" charset="0"/>
            <a:ea typeface="Lato Semibold" panose="020F0502020204030203" pitchFamily="34" charset="0"/>
            <a:cs typeface="Lato Semibold" panose="020F0502020204030203" pitchFamily="34" charset="0"/>
          </a:defRPr>
        </a:defPPr>
      </a:lstStyle>
      <a:style>
        <a:lnRef idx="2">
          <a:schemeClr val="accent1">
            <a:shade val="15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PowerPoint-Mastervorlage-2025_WemaConnect" id="{64B328B7-8E2B-4538-B65B-4D1C3BD62D5C}" vid="{238CF578-536A-4FF5-BF38-7B5750F7E1D0}"/>
    </a:ext>
  </a:extLst>
</a:theme>
</file>

<file path=ppt/theme/theme3.xml><?xml version="1.0" encoding="utf-8"?>
<a:theme xmlns:a="http://schemas.openxmlformats.org/drawingml/2006/main" name="Inhalte mit Hintergrundbild">
  <a:themeElements>
    <a:clrScheme name="WemaConnect - Heller Hintergrund">
      <a:dk1>
        <a:srgbClr val="646363"/>
      </a:dk1>
      <a:lt1>
        <a:srgbClr val="FFFFFF"/>
      </a:lt1>
      <a:dk2>
        <a:srgbClr val="994593"/>
      </a:dk2>
      <a:lt2>
        <a:srgbClr val="F6F6F6"/>
      </a:lt2>
      <a:accent1>
        <a:srgbClr val="994593"/>
      </a:accent1>
      <a:accent2>
        <a:srgbClr val="75246C"/>
      </a:accent2>
      <a:accent3>
        <a:srgbClr val="B2B2B2"/>
      </a:accent3>
      <a:accent4>
        <a:srgbClr val="8E348B"/>
      </a:accent4>
      <a:accent5>
        <a:srgbClr val="AC6AA9"/>
      </a:accent5>
      <a:accent6>
        <a:srgbClr val="994593"/>
      </a:accent6>
      <a:hlink>
        <a:srgbClr val="FAB512"/>
      </a:hlink>
      <a:folHlink>
        <a:srgbClr val="75246C"/>
      </a:folHlink>
    </a:clrScheme>
    <a:fontScheme name="Lato">
      <a:majorFont>
        <a:latin typeface="Lato Semibold"/>
        <a:ea typeface=""/>
        <a:cs typeface=""/>
      </a:majorFont>
      <a:minorFont>
        <a:latin typeface="Lat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rgbClr val="FFFFFF"/>
        </a:solidFill>
        <a:ln>
          <a:noFill/>
        </a:ln>
      </a:spPr>
      <a:bodyPr rtlCol="0" anchor="ctr"/>
      <a:lstStyle>
        <a:defPPr marL="0" marR="0" indent="0" algn="ctr" defTabSz="914400" rtl="0" eaLnBrk="1" fontAlgn="auto" latinLnBrk="0" hangingPunct="1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4800" b="0" i="0" u="none" strike="noStrike" kern="1200" cap="none" spc="0" normalizeH="0" baseline="0" noProof="0" dirty="0">
            <a:ln>
              <a:noFill/>
            </a:ln>
            <a:solidFill>
              <a:srgbClr val="009DE0"/>
            </a:solidFill>
            <a:effectLst/>
            <a:uLnTx/>
            <a:uFillTx/>
            <a:latin typeface="Lato Semibold" panose="020F0502020204030203" pitchFamily="34" charset="0"/>
            <a:ea typeface="Lato Semibold" panose="020F0502020204030203" pitchFamily="34" charset="0"/>
            <a:cs typeface="Lato Semibold" panose="020F0502020204030203" pitchFamily="34" charset="0"/>
          </a:defRPr>
        </a:defPPr>
      </a:lstStyle>
      <a:style>
        <a:lnRef idx="2">
          <a:schemeClr val="accent1">
            <a:shade val="15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PowerPoint-Mastervorlage-2025_WemaConnect" id="{64B328B7-8E2B-4538-B65B-4D1C3BD62D5C}" vid="{238CF578-536A-4FF5-BF38-7B5750F7E1D0}"/>
    </a:ext>
  </a:extLst>
</a:theme>
</file>

<file path=ppt/theme/theme4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PowerPoint-Mastervorlage-2025_WemaConnect</Template>
  <TotalTime>0</TotalTime>
  <Words>77</Words>
  <Application>Microsoft Office PowerPoint</Application>
  <PresentationFormat>Breitbild</PresentationFormat>
  <Paragraphs>28</Paragraphs>
  <Slides>2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4</vt:i4>
      </vt:variant>
      <vt:variant>
        <vt:lpstr>Design</vt:lpstr>
      </vt:variant>
      <vt:variant>
        <vt:i4>3</vt:i4>
      </vt:variant>
      <vt:variant>
        <vt:lpstr>Folientitel</vt:lpstr>
      </vt:variant>
      <vt:variant>
        <vt:i4>2</vt:i4>
      </vt:variant>
    </vt:vector>
  </HeadingPairs>
  <TitlesOfParts>
    <vt:vector size="9" baseType="lpstr">
      <vt:lpstr>Arial</vt:lpstr>
      <vt:lpstr>Calibri</vt:lpstr>
      <vt:lpstr>Lato</vt:lpstr>
      <vt:lpstr>Lato Semibold</vt:lpstr>
      <vt:lpstr>2_Titel, Zwischentitel und Endfolien</vt:lpstr>
      <vt:lpstr>3_Inhalte mit hellen Flächen</vt:lpstr>
      <vt:lpstr>Inhalte mit Hintergrundbild</vt:lpstr>
      <vt:lpstr>Über uns – WEMAConnect</vt:lpstr>
      <vt:lpstr>Über uns – WEMAConnect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Marco Küsel</dc:creator>
  <cp:lastModifiedBy>Marco Küsel</cp:lastModifiedBy>
  <cp:revision>44</cp:revision>
  <dcterms:created xsi:type="dcterms:W3CDTF">2025-10-10T11:26:49Z</dcterms:created>
  <dcterms:modified xsi:type="dcterms:W3CDTF">2025-10-23T13:46:07Z</dcterms:modified>
</cp:coreProperties>
</file>